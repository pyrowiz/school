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991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4183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7663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7402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7713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5116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23495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62842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32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1155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4635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9288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72986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28268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6667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73950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39342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8BD7693-F64C-4C03-B74B-74B67CF0EA78}" type="datetimeFigureOut">
              <a:rPr lang="he-IL" smtClean="0"/>
              <a:t>ט"ו/חשון/תשפ"ו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he-IL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5094733-198E-47FC-8979-A9AEEB9E6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4042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AD7241-A1A5-D93D-179C-D8D9B5851521}"/>
              </a:ext>
            </a:extLst>
          </p:cNvPr>
          <p:cNvSpPr/>
          <p:nvPr/>
        </p:nvSpPr>
        <p:spPr>
          <a:xfrm>
            <a:off x="1564150" y="2420258"/>
            <a:ext cx="906370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עבודות שיחולפו ע"י</a:t>
            </a:r>
          </a:p>
          <a:p>
            <a:pPr algn="ctr"/>
            <a:r>
              <a:rPr lang="he-IL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בינה מלאכותית ורובוטים בעתיד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9860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1986-649D-B1F1-5196-160478DA7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200"/>
            <a:ext cx="8761413" cy="964547"/>
          </a:xfrm>
        </p:spPr>
        <p:txBody>
          <a:bodyPr/>
          <a:lstStyle/>
          <a:p>
            <a:pPr algn="r"/>
            <a:r>
              <a:rPr lang="he-IL" dirty="0"/>
              <a:t>נותני שירות בענף המזון ( קופאים,מלצרים,עובדי מזון מהיר וכו...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040E5-7F83-7942-B484-C0F7EDA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276" y="2392484"/>
            <a:ext cx="10207261" cy="3789485"/>
          </a:xfrm>
        </p:spPr>
        <p:txBody>
          <a:bodyPr/>
          <a:lstStyle/>
          <a:p>
            <a:pPr marL="0" indent="0">
              <a:buNone/>
            </a:pPr>
            <a:r>
              <a:rPr lang="he-IL" b="1" u="sng" dirty="0"/>
              <a:t>&gt; אנחנו כבר רואים את זה קורה, לדוגמא:</a:t>
            </a:r>
          </a:p>
          <a:p>
            <a:pPr marL="0" indent="0">
              <a:buNone/>
            </a:pPr>
            <a:r>
              <a:rPr lang="he-IL" u="sng" dirty="0"/>
              <a:t>-צ'קאאוט לבד בסופר, עגלות עם קופה עליהם:</a:t>
            </a:r>
          </a:p>
          <a:p>
            <a:pPr marL="0" indent="0">
              <a:buNone/>
            </a:pPr>
            <a:r>
              <a:rPr lang="he-IL" dirty="0"/>
              <a:t>בעתיד לדעתי זה יישתדרג עוד יותר, לא יהיו קופאיות יותר והכל יהיה </a:t>
            </a:r>
            <a:r>
              <a:rPr lang="en-US" dirty="0"/>
              <a:t>self checkout</a:t>
            </a:r>
            <a:r>
              <a:rPr lang="he-IL" dirty="0"/>
              <a:t>,  עם השגחת </a:t>
            </a:r>
            <a:r>
              <a:rPr lang="en-US" dirty="0"/>
              <a:t>AI</a:t>
            </a:r>
            <a:r>
              <a:rPr lang="he-IL" dirty="0"/>
              <a:t> ומערכות משודרגות,  אוליי יהיה משגיח אנושי אחד לפתור בעיות ולשים עין על המכונות.</a:t>
            </a:r>
          </a:p>
          <a:p>
            <a:pPr marL="0" indent="0">
              <a:buNone/>
            </a:pPr>
            <a:r>
              <a:rPr lang="he-IL" u="sng" dirty="0"/>
              <a:t>&gt; הזמנת אוכל במסעדות וטייקאווי:</a:t>
            </a:r>
          </a:p>
          <a:p>
            <a:pPr marL="0" indent="0">
              <a:buNone/>
            </a:pPr>
            <a:r>
              <a:rPr lang="he-IL" dirty="0"/>
              <a:t>הכי נפוץ במקדולנדס, אפשר לעשות הזמנה שלמה דרך המסכים שיש להם בסניפים במקום לדבר עם העובדים, וגם בהזמנות יש היום </a:t>
            </a:r>
            <a:r>
              <a:rPr lang="en-US" dirty="0" err="1"/>
              <a:t>wolt</a:t>
            </a:r>
            <a:r>
              <a:rPr lang="en-US" dirty="0"/>
              <a:t> </a:t>
            </a:r>
            <a:r>
              <a:rPr lang="he-IL" dirty="0"/>
              <a:t> וכדומה במקום להתקשר לסניף ולדבר עם בן אדם.</a:t>
            </a:r>
          </a:p>
          <a:p>
            <a:pPr marL="0" indent="0">
              <a:buNone/>
            </a:pPr>
            <a:r>
              <a:rPr lang="he-IL" u="sng" dirty="0"/>
              <a:t>&gt;מלצרים: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 </a:t>
            </a:r>
            <a:r>
              <a:rPr lang="he-IL" dirty="0"/>
              <a:t>פחות שכיח בישראל אבל לדוגמא שהייתי ביפן ב 2021 הייתי בכמה מסעדות שרובוטים הביאו את התפריט ואז את האוכל לשולחנות במקום מלצרים, אתה נכנס למסעדה,מזמין ומקבל את האוכל בלי לדבר עם אף אחד (וגם משלם)</a:t>
            </a: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66518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006A-A489-BB11-1BE9-F127138D6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666260"/>
            <a:ext cx="8761413" cy="1154723"/>
          </a:xfrm>
        </p:spPr>
        <p:txBody>
          <a:bodyPr/>
          <a:lstStyle/>
          <a:p>
            <a:pPr algn="r"/>
            <a:r>
              <a:rPr lang="he-IL" dirty="0"/>
              <a:t>מנהלי סחורה ( של חנויות מסחריות, סופרים מפעלים...)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7E712-2CFB-20C7-9F88-E236CAB7C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62" y="2603500"/>
            <a:ext cx="9255138" cy="3416300"/>
          </a:xfrm>
        </p:spPr>
        <p:txBody>
          <a:bodyPr/>
          <a:lstStyle/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b="1" dirty="0"/>
              <a:t>בינה מלאכותית משנה את הדרך שבה אנו מנהלים מלאי </a:t>
            </a:r>
            <a:r>
              <a:rPr lang="he-IL" dirty="0"/>
              <a:t>– היא מסוגלת לנתח, לחזות ולקבל החלטות במקום מנהלי סחורה</a:t>
            </a:r>
            <a:r>
              <a:rPr lang="en-US" dirty="0"/>
              <a:t>,</a:t>
            </a:r>
            <a:r>
              <a:rPr lang="he-IL" dirty="0"/>
              <a:t> דבר שיכול להפוך את התהליך למהיר יותר</a:t>
            </a:r>
            <a:r>
              <a:rPr lang="en-US" dirty="0"/>
              <a:t>,</a:t>
            </a:r>
            <a:r>
              <a:rPr lang="he-IL" dirty="0"/>
              <a:t> מדויק יותר</a:t>
            </a:r>
            <a:r>
              <a:rPr lang="en-US" dirty="0"/>
              <a:t>,</a:t>
            </a:r>
            <a:r>
              <a:rPr lang="he-IL" dirty="0"/>
              <a:t> ויעיל יותר.</a:t>
            </a:r>
          </a:p>
          <a:p>
            <a:pPr marL="0" indent="0">
              <a:buNone/>
            </a:pPr>
            <a:r>
              <a:rPr lang="he-IL" dirty="0"/>
              <a:t>המערכת יכולה להמליץ מתי להזמין סחורה וכמה להזמין, בהתבסס על ניתוח ההיסטוריה והביקוש הצפוי.</a:t>
            </a:r>
          </a:p>
          <a:p>
            <a:pPr marL="0" indent="0">
              <a:buNone/>
            </a:pPr>
            <a:r>
              <a:rPr lang="he-IL" dirty="0"/>
              <a:t>בשביל לנהל סחורה צריך לדעת את התדירות שבה המוצרים נמכרים, באיזה ימים הם יותר נמכרים ובאיזה פחות, לחזות כמה סחורה להזמין כל פעם לפי סטטיסטיקה וכו</a:t>
            </a:r>
            <a:r>
              <a:rPr lang="en-US" dirty="0"/>
              <a:t>'</a:t>
            </a:r>
            <a:r>
              <a:rPr lang="he-IL" dirty="0"/>
              <a:t>. בינה מלאכותית יכולה לחשב את הסטטיסטיקה בעזרת מעקב אחרי נתוני המכירות של המקום ולחזות כמויות הגיוניות להזמנות עתידיות.</a:t>
            </a:r>
          </a:p>
        </p:txBody>
      </p:sp>
    </p:spTree>
    <p:extLst>
      <p:ext uri="{BB962C8B-B14F-4D97-AF65-F5344CB8AC3E}">
        <p14:creationId xmlns:p14="http://schemas.microsoft.com/office/powerpoint/2010/main" val="23948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0821-6E2A-4CAA-774A-DB0BBC4E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900723"/>
            <a:ext cx="8761413" cy="706964"/>
          </a:xfrm>
        </p:spPr>
        <p:txBody>
          <a:bodyPr/>
          <a:lstStyle/>
          <a:p>
            <a:pPr algn="r"/>
            <a:r>
              <a:rPr lang="he-IL" dirty="0"/>
              <a:t>   רואי חשבון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FAB2D-E9E6-0AA7-546A-5AB89DC65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677" y="2540977"/>
            <a:ext cx="9800859" cy="34163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AI</a:t>
            </a:r>
            <a:r>
              <a:rPr lang="he-IL" dirty="0"/>
              <a:t> מאוד טוב במתמטיקה ולהזכיר לך דברים ע"י חיבור ל </a:t>
            </a:r>
            <a:r>
              <a:rPr lang="en-US" dirty="0"/>
              <a:t>calendar </a:t>
            </a:r>
            <a:r>
              <a:rPr lang="en-US" dirty="0" err="1"/>
              <a:t>api</a:t>
            </a:r>
            <a:r>
              <a:rPr lang="he-IL" dirty="0"/>
              <a:t> , יש לו גם יכולות מרשימות באיסוף וניהול מידע.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העבודה המרכזית של רואה חשבון היא בדיוק הדברים האלה.</a:t>
            </a:r>
          </a:p>
          <a:p>
            <a:pPr marL="0" indent="0">
              <a:buNone/>
            </a:pPr>
            <a:r>
              <a:rPr lang="he-IL" dirty="0"/>
              <a:t>לפחות לאנשים בודדים או עסקים קטנים </a:t>
            </a:r>
            <a:r>
              <a:rPr lang="en-US" dirty="0"/>
              <a:t>AI</a:t>
            </a:r>
            <a:r>
              <a:rPr lang="he-IL" dirty="0"/>
              <a:t> יכול לעשות את העבודה הזאתי בצורה מעולה.</a:t>
            </a:r>
          </a:p>
        </p:txBody>
      </p:sp>
    </p:spTree>
    <p:extLst>
      <p:ext uri="{BB962C8B-B14F-4D97-AF65-F5344CB8AC3E}">
        <p14:creationId xmlns:p14="http://schemas.microsoft.com/office/powerpoint/2010/main" val="1987403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2BE5-363D-A39F-1605-CA813A315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0"/>
            <a:r>
              <a:rPr lang="he-IL" dirty="0"/>
              <a:t>דיון כיתתי</a:t>
            </a:r>
            <a:r>
              <a:rPr lang="en-US" dirty="0"/>
              <a:t>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35719-8A78-9B68-E5B4-85FFD502A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/>
              <a:t>עכשיו אנחנו רוצים לשמוע את דעתכם:</a:t>
            </a:r>
          </a:p>
          <a:p>
            <a:pPr marL="0" indent="0">
              <a:buNone/>
            </a:pPr>
            <a:r>
              <a:rPr lang="he-IL" dirty="0"/>
              <a:t>אילו מקצועות אתם חושבים שיוחלפו ע"י בינה מלאכותית בעתיד הקרוב?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6A98CD-23FC-22BF-7117-D2AE9E564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0" y="3561237"/>
            <a:ext cx="4465838" cy="2909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EBD238-BA12-B558-B52D-4C0CD1628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660" y="4197308"/>
            <a:ext cx="2124371" cy="2048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3233FE-A619-0C9B-AC41-1C2FA75EC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965029">
            <a:off x="8323216" y="3692208"/>
            <a:ext cx="2893583" cy="264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6165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93</TotalTime>
  <Words>338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 Boardroom</vt:lpstr>
      <vt:lpstr>PowerPoint Presentation</vt:lpstr>
      <vt:lpstr>נותני שירות בענף המזון ( קופאים,מלצרים,עובדי מזון מהיר וכו... )</vt:lpstr>
      <vt:lpstr>מנהלי סחורה ( של חנויות מסחריות, סופרים מפעלים...)</vt:lpstr>
      <vt:lpstr>   רואי חשבון</vt:lpstr>
      <vt:lpstr>דיון כיתתי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ido kahlon</dc:creator>
  <cp:lastModifiedBy>ido kahlon</cp:lastModifiedBy>
  <cp:revision>5</cp:revision>
  <dcterms:created xsi:type="dcterms:W3CDTF">2025-11-03T11:48:01Z</dcterms:created>
  <dcterms:modified xsi:type="dcterms:W3CDTF">2025-11-06T11:28:50Z</dcterms:modified>
</cp:coreProperties>
</file>