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960" r:id="rId1"/>
  </p:sldMasterIdLst>
  <p:notesMasterIdLst>
    <p:notesMasterId r:id="rId36"/>
  </p:notesMasterIdLst>
  <p:sldIdLst>
    <p:sldId id="256" r:id="rId2"/>
    <p:sldId id="292" r:id="rId3"/>
    <p:sldId id="342" r:id="rId4"/>
    <p:sldId id="338" r:id="rId5"/>
    <p:sldId id="343" r:id="rId6"/>
    <p:sldId id="344" r:id="rId7"/>
    <p:sldId id="345" r:id="rId8"/>
    <p:sldId id="346" r:id="rId9"/>
    <p:sldId id="348" r:id="rId10"/>
    <p:sldId id="349" r:id="rId11"/>
    <p:sldId id="350" r:id="rId12"/>
    <p:sldId id="351" r:id="rId13"/>
    <p:sldId id="352" r:id="rId14"/>
    <p:sldId id="353" r:id="rId15"/>
    <p:sldId id="354" r:id="rId16"/>
    <p:sldId id="355" r:id="rId17"/>
    <p:sldId id="356" r:id="rId18"/>
    <p:sldId id="357" r:id="rId19"/>
    <p:sldId id="360" r:id="rId20"/>
    <p:sldId id="361" r:id="rId21"/>
    <p:sldId id="363" r:id="rId22"/>
    <p:sldId id="364" r:id="rId23"/>
    <p:sldId id="373" r:id="rId24"/>
    <p:sldId id="374" r:id="rId25"/>
    <p:sldId id="323" r:id="rId26"/>
    <p:sldId id="324" r:id="rId27"/>
    <p:sldId id="325" r:id="rId28"/>
    <p:sldId id="326" r:id="rId29"/>
    <p:sldId id="328" r:id="rId30"/>
    <p:sldId id="335" r:id="rId31"/>
    <p:sldId id="336" r:id="rId32"/>
    <p:sldId id="341" r:id="rId33"/>
    <p:sldId id="347" r:id="rId34"/>
    <p:sldId id="322" r:id="rId35"/>
  </p:sldIdLst>
  <p:sldSz cx="9144000" cy="6858000" type="screen4x3"/>
  <p:notesSz cx="6858000" cy="9144000"/>
  <p:defaultTextStyle>
    <a:defPPr>
      <a:defRPr lang="en-US"/>
    </a:defPPr>
    <a:lvl1pPr algn="r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r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r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r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r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r" defTabSz="914400" rtl="1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r" defTabSz="914400" rtl="1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r" defTabSz="914400" rtl="1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r" defTabSz="914400" rtl="1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9900"/>
    <a:srgbClr val="FF5050"/>
    <a:srgbClr val="009999"/>
    <a:srgbClr val="FFFF66"/>
    <a:srgbClr val="99FF66"/>
    <a:srgbClr val="FFFF00"/>
    <a:srgbClr val="FF0000"/>
    <a:srgbClr val="00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248" autoAdjust="0"/>
    <p:restoredTop sz="94444" autoAdjust="0"/>
  </p:normalViewPr>
  <p:slideViewPr>
    <p:cSldViewPr>
      <p:cViewPr varScale="1">
        <p:scale>
          <a:sx n="108" d="100"/>
          <a:sy n="108" d="100"/>
        </p:scale>
        <p:origin x="1668" y="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>
            <a:extLst>
              <a:ext uri="{FF2B5EF4-FFF2-40B4-BE49-F238E27FC236}">
                <a16:creationId xmlns:a16="http://schemas.microsoft.com/office/drawing/2014/main" id="{F4118C65-B26D-431B-95EE-6A65454875FB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5603" name="Rectangle 3">
            <a:extLst>
              <a:ext uri="{FF2B5EF4-FFF2-40B4-BE49-F238E27FC236}">
                <a16:creationId xmlns:a16="http://schemas.microsoft.com/office/drawing/2014/main" id="{60810629-7062-417C-AFB7-E56043233961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1588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200"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5F6C852F-0A43-4B4A-9D0E-FFDF2FAA9E67}" type="datetimeFigureOut">
              <a:rPr lang="he-IL"/>
              <a:pPr>
                <a:defRPr/>
              </a:pPr>
              <a:t>כ"ג/טבת/תשפ"ג</a:t>
            </a:fld>
            <a:endParaRPr lang="en-US"/>
          </a:p>
        </p:txBody>
      </p:sp>
      <p:sp>
        <p:nvSpPr>
          <p:cNvPr id="44036" name="Rectangle 4">
            <a:extLst>
              <a:ext uri="{FF2B5EF4-FFF2-40B4-BE49-F238E27FC236}">
                <a16:creationId xmlns:a16="http://schemas.microsoft.com/office/drawing/2014/main" id="{B40E0191-75FE-40DA-98A1-64B7DF636045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5605" name="Rectangle 5">
            <a:extLst>
              <a:ext uri="{FF2B5EF4-FFF2-40B4-BE49-F238E27FC236}">
                <a16:creationId xmlns:a16="http://schemas.microsoft.com/office/drawing/2014/main" id="{668705BA-9D73-4AF4-AAFA-8AC859AE1921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he-IL" noProof="0"/>
              <a:t>לחץ כדי לערוך סגנונות טקסט של תבנית בסיס</a:t>
            </a:r>
            <a:endParaRPr lang="en-US" noProof="0"/>
          </a:p>
          <a:p>
            <a:pPr lvl="1"/>
            <a:r>
              <a:rPr lang="he-IL" noProof="0"/>
              <a:t>רמה שנייה</a:t>
            </a:r>
            <a:endParaRPr lang="en-US" noProof="0"/>
          </a:p>
          <a:p>
            <a:pPr lvl="2"/>
            <a:r>
              <a:rPr lang="he-IL" noProof="0"/>
              <a:t>רמה שלישית</a:t>
            </a:r>
            <a:endParaRPr lang="en-US" noProof="0"/>
          </a:p>
          <a:p>
            <a:pPr lvl="3"/>
            <a:r>
              <a:rPr lang="he-IL" noProof="0"/>
              <a:t>רמה רביעית</a:t>
            </a:r>
            <a:endParaRPr lang="en-US" noProof="0"/>
          </a:p>
          <a:p>
            <a:pPr lvl="4"/>
            <a:r>
              <a:rPr lang="he-IL" noProof="0"/>
              <a:t>רמה חמישית</a:t>
            </a:r>
            <a:endParaRPr lang="en-US" noProof="0"/>
          </a:p>
        </p:txBody>
      </p:sp>
      <p:sp>
        <p:nvSpPr>
          <p:cNvPr id="25606" name="Rectangle 6">
            <a:extLst>
              <a:ext uri="{FF2B5EF4-FFF2-40B4-BE49-F238E27FC236}">
                <a16:creationId xmlns:a16="http://schemas.microsoft.com/office/drawing/2014/main" id="{A9A03339-6011-42DC-BCAC-6795E8BB5FFD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388620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5607" name="Rectangle 7">
            <a:extLst>
              <a:ext uri="{FF2B5EF4-FFF2-40B4-BE49-F238E27FC236}">
                <a16:creationId xmlns:a16="http://schemas.microsoft.com/office/drawing/2014/main" id="{1432CD59-E24B-4A6C-AED6-1DCEB4572D1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1588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defRPr sz="1200"/>
            </a:lvl1pPr>
          </a:lstStyle>
          <a:p>
            <a:fld id="{3F1859F4-547A-4CF1-8E02-A7EBFFFB707B}" type="slidenum">
              <a:rPr lang="he-IL" altLang="he-IL"/>
              <a:pPr/>
              <a:t>‹#›</a:t>
            </a:fld>
            <a:endParaRPr lang="en-US" altLang="he-IL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Arial" pitchFamily="34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Arial" pitchFamily="34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Arial" pitchFamily="34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Arial" pitchFamily="34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Arial" pitchFamily="34" charset="0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9">
            <a:extLst>
              <a:ext uri="{FF2B5EF4-FFF2-40B4-BE49-F238E27FC236}">
                <a16:creationId xmlns:a16="http://schemas.microsoft.com/office/drawing/2014/main" id="{464DE626-E8F2-4DB0-834E-765D0D079D0F}"/>
              </a:ext>
            </a:extLst>
          </p:cNvPr>
          <p:cNvSpPr/>
          <p:nvPr/>
        </p:nvSpPr>
        <p:spPr bwMode="white">
          <a:xfrm>
            <a:off x="0" y="5970588"/>
            <a:ext cx="9144000" cy="887412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5" name="Rectangle 10">
            <a:extLst>
              <a:ext uri="{FF2B5EF4-FFF2-40B4-BE49-F238E27FC236}">
                <a16:creationId xmlns:a16="http://schemas.microsoft.com/office/drawing/2014/main" id="{1146700F-1866-4D6E-90E6-9266EE708A88}"/>
              </a:ext>
            </a:extLst>
          </p:cNvPr>
          <p:cNvSpPr/>
          <p:nvPr/>
        </p:nvSpPr>
        <p:spPr>
          <a:xfrm>
            <a:off x="-9525" y="6053138"/>
            <a:ext cx="2249488" cy="7127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6" name="Rectangle 11">
            <a:extLst>
              <a:ext uri="{FF2B5EF4-FFF2-40B4-BE49-F238E27FC236}">
                <a16:creationId xmlns:a16="http://schemas.microsoft.com/office/drawing/2014/main" id="{3F366BE5-747D-4A4A-B7C7-73F6B6C9FF60}"/>
              </a:ext>
            </a:extLst>
          </p:cNvPr>
          <p:cNvSpPr/>
          <p:nvPr/>
        </p:nvSpPr>
        <p:spPr>
          <a:xfrm>
            <a:off x="2359025" y="6043613"/>
            <a:ext cx="6784975" cy="714375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2362200" y="4038600"/>
            <a:ext cx="6477000" cy="1828800"/>
          </a:xfrm>
        </p:spPr>
        <p:txBody>
          <a:bodyPr anchor="b"/>
          <a:lstStyle>
            <a:lvl1pPr>
              <a:defRPr cap="all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2362200" y="6050037"/>
            <a:ext cx="6705600" cy="685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600">
                <a:solidFill>
                  <a:srgbClr val="FFFFFF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7" name="Date Placeholder 27">
            <a:extLst>
              <a:ext uri="{FF2B5EF4-FFF2-40B4-BE49-F238E27FC236}">
                <a16:creationId xmlns:a16="http://schemas.microsoft.com/office/drawing/2014/main" id="{8311CF15-0B7D-42EC-B36A-E8D8E352A0B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200" y="6069013"/>
            <a:ext cx="2057400" cy="685800"/>
          </a:xfrm>
        </p:spPr>
        <p:txBody>
          <a:bodyPr>
            <a:noAutofit/>
          </a:bodyPr>
          <a:lstStyle>
            <a:lvl1pPr algn="ctr"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1B626303-18BB-4B41-9AE2-08FB7655559F}" type="datetime1">
              <a:rPr lang="en-US"/>
              <a:pPr>
                <a:defRPr/>
              </a:pPr>
              <a:t>1/16/2023</a:t>
            </a:fld>
            <a:endParaRPr lang="en-US"/>
          </a:p>
        </p:txBody>
      </p:sp>
      <p:sp>
        <p:nvSpPr>
          <p:cNvPr id="10" name="Footer Placeholder 16">
            <a:extLst>
              <a:ext uri="{FF2B5EF4-FFF2-40B4-BE49-F238E27FC236}">
                <a16:creationId xmlns:a16="http://schemas.microsoft.com/office/drawing/2014/main" id="{DFF23E1F-20A3-4683-8A44-ED2438C766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085975" y="236538"/>
            <a:ext cx="58674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1" name="Slide Number Placeholder 28">
            <a:extLst>
              <a:ext uri="{FF2B5EF4-FFF2-40B4-BE49-F238E27FC236}">
                <a16:creationId xmlns:a16="http://schemas.microsoft.com/office/drawing/2014/main" id="{AB6B95B7-2605-460E-A48F-EC0616A114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001000" y="228600"/>
            <a:ext cx="8382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40FC982-7428-4912-87D1-381484A877B6}" type="slidenum">
              <a:rPr lang="he-IL" altLang="he-IL"/>
              <a:pPr/>
              <a:t>‹#›</a:t>
            </a:fld>
            <a:endParaRPr lang="en-US" altLang="he-IL"/>
          </a:p>
        </p:txBody>
      </p:sp>
    </p:spTree>
    <p:extLst>
      <p:ext uri="{BB962C8B-B14F-4D97-AF65-F5344CB8AC3E}">
        <p14:creationId xmlns:p14="http://schemas.microsoft.com/office/powerpoint/2010/main" val="372418212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4495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13">
            <a:extLst>
              <a:ext uri="{FF2B5EF4-FFF2-40B4-BE49-F238E27FC236}">
                <a16:creationId xmlns:a16="http://schemas.microsoft.com/office/drawing/2014/main" id="{ECE90CDC-EAF3-4B2C-BAF1-527CA91F55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07E763A-330F-437F-8579-E28BD27113FC}" type="datetime1">
              <a:rPr lang="en-US"/>
              <a:pPr>
                <a:defRPr/>
              </a:pPr>
              <a:t>1/16/2023</a:t>
            </a:fld>
            <a:endParaRPr lang="en-US"/>
          </a:p>
        </p:txBody>
      </p:sp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433B19D5-ACC1-41FA-BBD9-394A8419DF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22">
            <a:extLst>
              <a:ext uri="{FF2B5EF4-FFF2-40B4-BE49-F238E27FC236}">
                <a16:creationId xmlns:a16="http://schemas.microsoft.com/office/drawing/2014/main" id="{EE03FFE5-B778-4A2A-84BC-95DE42F3B7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EB13DD2-146A-4680-B410-526D523E757D}" type="slidenum">
              <a:rPr lang="he-IL" altLang="he-IL"/>
              <a:pPr/>
              <a:t>‹#›</a:t>
            </a:fld>
            <a:endParaRPr lang="en-US" altLang="he-IL"/>
          </a:p>
        </p:txBody>
      </p:sp>
    </p:spTree>
    <p:extLst>
      <p:ext uri="{BB962C8B-B14F-4D97-AF65-F5344CB8AC3E}">
        <p14:creationId xmlns:p14="http://schemas.microsoft.com/office/powerpoint/2010/main" val="31488870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9">
            <a:extLst>
              <a:ext uri="{FF2B5EF4-FFF2-40B4-BE49-F238E27FC236}">
                <a16:creationId xmlns:a16="http://schemas.microsoft.com/office/drawing/2014/main" id="{DD822469-A4C6-4FF8-B125-316F45D207FC}"/>
              </a:ext>
            </a:extLst>
          </p:cNvPr>
          <p:cNvSpPr/>
          <p:nvPr/>
        </p:nvSpPr>
        <p:spPr bwMode="white">
          <a:xfrm>
            <a:off x="0" y="1524000"/>
            <a:ext cx="9144000" cy="114300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5" name="Rectangle 10">
            <a:extLst>
              <a:ext uri="{FF2B5EF4-FFF2-40B4-BE49-F238E27FC236}">
                <a16:creationId xmlns:a16="http://schemas.microsoft.com/office/drawing/2014/main" id="{32496708-74BB-4EAF-9BEE-CA5F64B73075}"/>
              </a:ext>
            </a:extLst>
          </p:cNvPr>
          <p:cNvSpPr/>
          <p:nvPr/>
        </p:nvSpPr>
        <p:spPr>
          <a:xfrm>
            <a:off x="0" y="1600200"/>
            <a:ext cx="1295400" cy="990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6" name="Rectangle 11">
            <a:extLst>
              <a:ext uri="{FF2B5EF4-FFF2-40B4-BE49-F238E27FC236}">
                <a16:creationId xmlns:a16="http://schemas.microsoft.com/office/drawing/2014/main" id="{2B662931-8A21-45E4-9FE4-20725ADB553A}"/>
              </a:ext>
            </a:extLst>
          </p:cNvPr>
          <p:cNvSpPr/>
          <p:nvPr/>
        </p:nvSpPr>
        <p:spPr>
          <a:xfrm>
            <a:off x="1371600" y="1600200"/>
            <a:ext cx="7772400" cy="990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743200"/>
            <a:ext cx="7123113" cy="1673225"/>
          </a:xfrm>
        </p:spPr>
        <p:txBody>
          <a:bodyPr/>
          <a:lstStyle>
            <a:lvl1pPr marL="0" indent="0">
              <a:buNone/>
              <a:defRPr sz="280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1600200"/>
            <a:ext cx="7620000" cy="990600"/>
          </a:xfrm>
        </p:spPr>
        <p:txBody>
          <a:bodyPr/>
          <a:lstStyle>
            <a:lvl1pPr algn="l">
              <a:buNone/>
              <a:defRPr sz="4400" b="0" cap="none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Date Placeholder 11">
            <a:extLst>
              <a:ext uri="{FF2B5EF4-FFF2-40B4-BE49-F238E27FC236}">
                <a16:creationId xmlns:a16="http://schemas.microsoft.com/office/drawing/2014/main" id="{D9A5F261-8594-430A-816B-CA7137EA98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BC8CDBD-6AA2-48BA-8F05-0ADC5D879472}" type="datetime1">
              <a:rPr lang="en-US"/>
              <a:pPr>
                <a:defRPr/>
              </a:pPr>
              <a:t>1/16/2023</a:t>
            </a:fld>
            <a:endParaRPr lang="en-US"/>
          </a:p>
        </p:txBody>
      </p:sp>
      <p:sp>
        <p:nvSpPr>
          <p:cNvPr id="8" name="Slide Number Placeholder 12">
            <a:extLst>
              <a:ext uri="{FF2B5EF4-FFF2-40B4-BE49-F238E27FC236}">
                <a16:creationId xmlns:a16="http://schemas.microsoft.com/office/drawing/2014/main" id="{71716597-411A-4F0B-B2C5-6D6A1B8E0B4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0" y="1752600"/>
            <a:ext cx="1295400" cy="701675"/>
          </a:xfrm>
        </p:spPr>
        <p:txBody>
          <a:bodyPr>
            <a:noAutofit/>
          </a:bodyPr>
          <a:lstStyle>
            <a:lvl1pPr>
              <a:defRPr sz="2400"/>
            </a:lvl1pPr>
          </a:lstStyle>
          <a:p>
            <a:fld id="{0D739232-BBB6-4B9A-8C0C-9A7BA1BF1169}" type="slidenum">
              <a:rPr lang="he-IL" altLang="he-IL"/>
              <a:pPr/>
              <a:t>‹#›</a:t>
            </a:fld>
            <a:endParaRPr lang="en-US" altLang="he-IL"/>
          </a:p>
        </p:txBody>
      </p:sp>
      <p:sp>
        <p:nvSpPr>
          <p:cNvPr id="9" name="Footer Placeholder 13">
            <a:extLst>
              <a:ext uri="{FF2B5EF4-FFF2-40B4-BE49-F238E27FC236}">
                <a16:creationId xmlns:a16="http://schemas.microsoft.com/office/drawing/2014/main" id="{6DA773B8-933D-4F65-BD14-F137A5A3C847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220856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609600" y="1589567"/>
            <a:ext cx="388620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844901" y="1589567"/>
            <a:ext cx="388620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7">
            <a:extLst>
              <a:ext uri="{FF2B5EF4-FFF2-40B4-BE49-F238E27FC236}">
                <a16:creationId xmlns:a16="http://schemas.microsoft.com/office/drawing/2014/main" id="{29924BEB-6EC2-4DED-AFAB-3363B7B8A4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fld id="{467C781A-B82A-4D4A-B3ED-F3CD26FF0798}" type="datetime1">
              <a:rPr lang="en-US"/>
              <a:pPr>
                <a:defRPr/>
              </a:pPr>
              <a:t>1/16/2023</a:t>
            </a:fld>
            <a:endParaRPr lang="en-US"/>
          </a:p>
        </p:txBody>
      </p:sp>
      <p:sp>
        <p:nvSpPr>
          <p:cNvPr id="6" name="Slide Number Placeholder 9">
            <a:extLst>
              <a:ext uri="{FF2B5EF4-FFF2-40B4-BE49-F238E27FC236}">
                <a16:creationId xmlns:a16="http://schemas.microsoft.com/office/drawing/2014/main" id="{2BE2DF2C-2F03-4FDA-A343-8DC54E54C4C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6670CE17-025F-48E3-A727-E7E7A719E3DA}" type="slidenum">
              <a:rPr lang="he-IL" altLang="he-IL"/>
              <a:pPr/>
              <a:t>‹#›</a:t>
            </a:fld>
            <a:endParaRPr lang="en-US" altLang="he-IL"/>
          </a:p>
        </p:txBody>
      </p:sp>
      <p:sp>
        <p:nvSpPr>
          <p:cNvPr id="7" name="Footer Placeholder 11">
            <a:extLst>
              <a:ext uri="{FF2B5EF4-FFF2-40B4-BE49-F238E27FC236}">
                <a16:creationId xmlns:a16="http://schemas.microsoft.com/office/drawing/2014/main" id="{63050560-0ADD-4AEB-9E19-595634B47BAC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17379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273050"/>
            <a:ext cx="8153400" cy="86995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609600" y="2438400"/>
            <a:ext cx="3886200" cy="3581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800600" y="2438400"/>
            <a:ext cx="3886200" cy="3581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"/>
          </p:nvPr>
        </p:nvSpPr>
        <p:spPr>
          <a:xfrm>
            <a:off x="609600" y="1752600"/>
            <a:ext cx="3886200" cy="640080"/>
          </a:xfrm>
          <a:solidFill>
            <a:schemeClr val="accent2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3"/>
          </p:nvPr>
        </p:nvSpPr>
        <p:spPr>
          <a:xfrm>
            <a:off x="4800600" y="1752600"/>
            <a:ext cx="3886200" cy="640080"/>
          </a:xfrm>
          <a:solidFill>
            <a:schemeClr val="accent4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9">
            <a:extLst>
              <a:ext uri="{FF2B5EF4-FFF2-40B4-BE49-F238E27FC236}">
                <a16:creationId xmlns:a16="http://schemas.microsoft.com/office/drawing/2014/main" id="{36C4AA8D-4F12-4510-BF54-EAA8F4B205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fld id="{141CD08E-46C2-46EA-B4AC-6CEB1F3D5404}" type="datetime1">
              <a:rPr lang="en-US"/>
              <a:pPr>
                <a:defRPr/>
              </a:pPr>
              <a:t>1/16/2023</a:t>
            </a:fld>
            <a:endParaRPr lang="en-US"/>
          </a:p>
        </p:txBody>
      </p:sp>
      <p:sp>
        <p:nvSpPr>
          <p:cNvPr id="8" name="Slide Number Placeholder 11">
            <a:extLst>
              <a:ext uri="{FF2B5EF4-FFF2-40B4-BE49-F238E27FC236}">
                <a16:creationId xmlns:a16="http://schemas.microsoft.com/office/drawing/2014/main" id="{C885CABC-547C-4716-986D-6C5A19175C3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EB30A6CE-2195-4129-A99E-DE3E70AE35D9}" type="slidenum">
              <a:rPr lang="he-IL" altLang="he-IL"/>
              <a:pPr/>
              <a:t>‹#›</a:t>
            </a:fld>
            <a:endParaRPr lang="en-US" altLang="he-IL"/>
          </a:p>
        </p:txBody>
      </p:sp>
      <p:sp>
        <p:nvSpPr>
          <p:cNvPr id="9" name="Footer Placeholder 13">
            <a:extLst>
              <a:ext uri="{FF2B5EF4-FFF2-40B4-BE49-F238E27FC236}">
                <a16:creationId xmlns:a16="http://schemas.microsoft.com/office/drawing/2014/main" id="{8C38DAD7-0F0C-4E11-9D4B-58033731251A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94884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13">
            <a:extLst>
              <a:ext uri="{FF2B5EF4-FFF2-40B4-BE49-F238E27FC236}">
                <a16:creationId xmlns:a16="http://schemas.microsoft.com/office/drawing/2014/main" id="{8853F210-E9B1-408B-AE59-E496179C26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C358B21-93FD-44F3-9FF5-663D6CA26105}" type="datetime1">
              <a:rPr lang="en-US"/>
              <a:pPr>
                <a:defRPr/>
              </a:pPr>
              <a:t>1/16/2023</a:t>
            </a:fld>
            <a:endParaRPr lang="en-US"/>
          </a:p>
        </p:txBody>
      </p:sp>
      <p:sp>
        <p:nvSpPr>
          <p:cNvPr id="4" name="Footer Placeholder 2">
            <a:extLst>
              <a:ext uri="{FF2B5EF4-FFF2-40B4-BE49-F238E27FC236}">
                <a16:creationId xmlns:a16="http://schemas.microsoft.com/office/drawing/2014/main" id="{89AA14DC-C303-4081-83AC-6432C8DF25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22">
            <a:extLst>
              <a:ext uri="{FF2B5EF4-FFF2-40B4-BE49-F238E27FC236}">
                <a16:creationId xmlns:a16="http://schemas.microsoft.com/office/drawing/2014/main" id="{77B70DE3-08EA-4868-A5AE-0BC6E508DC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3EED533-62CD-4FF4-8BE4-FBECA416B150}" type="slidenum">
              <a:rPr lang="he-IL" altLang="he-IL"/>
              <a:pPr/>
              <a:t>‹#›</a:t>
            </a:fld>
            <a:endParaRPr lang="en-US" altLang="he-IL"/>
          </a:p>
        </p:txBody>
      </p:sp>
    </p:spTree>
    <p:extLst>
      <p:ext uri="{BB962C8B-B14F-4D97-AF65-F5344CB8AC3E}">
        <p14:creationId xmlns:p14="http://schemas.microsoft.com/office/powerpoint/2010/main" val="36640987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D68CCAA-35E8-4021-9BBE-23DF494E68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C37E631-7179-4B9B-A1FF-50965CF6B012}" type="datetime1">
              <a:rPr lang="en-US"/>
              <a:pPr>
                <a:defRPr/>
              </a:pPr>
              <a:t>1/16/2023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CEBB208-F216-4611-84F9-76593D4B4A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1DDDB3-BB08-447B-A7B7-6DDF77C579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248400"/>
            <a:ext cx="5334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92F6A68-34D5-40DD-8CEF-C4C8D24AF75B}" type="slidenum">
              <a:rPr lang="he-IL" altLang="he-IL"/>
              <a:pPr/>
              <a:t>‹#›</a:t>
            </a:fld>
            <a:endParaRPr lang="en-US" altLang="he-IL"/>
          </a:p>
        </p:txBody>
      </p:sp>
    </p:spTree>
    <p:extLst>
      <p:ext uri="{BB962C8B-B14F-4D97-AF65-F5344CB8AC3E}">
        <p14:creationId xmlns:p14="http://schemas.microsoft.com/office/powerpoint/2010/main" val="15073270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8077200" cy="869950"/>
          </a:xfrm>
        </p:spPr>
        <p:txBody>
          <a:bodyPr/>
          <a:lstStyle>
            <a:lvl1pPr algn="l">
              <a:buNone/>
              <a:defRPr sz="4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09600" y="1752600"/>
            <a:ext cx="1600200" cy="4343400"/>
          </a:xfrm>
          <a:ln w="50800" cap="sq" cmpd="dbl" algn="ctr">
            <a:solidFill>
              <a:schemeClr val="accent2"/>
            </a:solidFill>
            <a:prstDash val="solid"/>
            <a:miter lim="800000"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137160" tIns="182880" rIns="137160" bIns="91440"/>
          <a:lstStyle>
            <a:lvl1pPr marL="0" indent="0">
              <a:spcAft>
                <a:spcPts val="1000"/>
              </a:spcAft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2362200" y="1752600"/>
            <a:ext cx="6400800" cy="4419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13">
            <a:extLst>
              <a:ext uri="{FF2B5EF4-FFF2-40B4-BE49-F238E27FC236}">
                <a16:creationId xmlns:a16="http://schemas.microsoft.com/office/drawing/2014/main" id="{EBBDAAF4-0F35-4CF1-BEC0-48B9AA5A3D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B27053D-8CCF-4D21-902D-5D5AC0E07B7B}" type="datetime1">
              <a:rPr lang="en-US"/>
              <a:pPr>
                <a:defRPr/>
              </a:pPr>
              <a:t>1/16/2023</a:t>
            </a:fld>
            <a:endParaRPr lang="en-US"/>
          </a:p>
        </p:txBody>
      </p:sp>
      <p:sp>
        <p:nvSpPr>
          <p:cNvPr id="6" name="Footer Placeholder 2">
            <a:extLst>
              <a:ext uri="{FF2B5EF4-FFF2-40B4-BE49-F238E27FC236}">
                <a16:creationId xmlns:a16="http://schemas.microsoft.com/office/drawing/2014/main" id="{80330DA9-4B61-4ECD-9B85-E837F761A8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22">
            <a:extLst>
              <a:ext uri="{FF2B5EF4-FFF2-40B4-BE49-F238E27FC236}">
                <a16:creationId xmlns:a16="http://schemas.microsoft.com/office/drawing/2014/main" id="{CEC64C06-72F4-4125-A8F8-6A7769017D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C84AA67-C40C-45D3-BAB4-40DE3F33D7C6}" type="slidenum">
              <a:rPr lang="he-IL" altLang="he-IL"/>
              <a:pPr/>
              <a:t>‹#›</a:t>
            </a:fld>
            <a:endParaRPr lang="en-US" altLang="he-IL"/>
          </a:p>
        </p:txBody>
      </p:sp>
    </p:spTree>
    <p:extLst>
      <p:ext uri="{BB962C8B-B14F-4D97-AF65-F5344CB8AC3E}">
        <p14:creationId xmlns:p14="http://schemas.microsoft.com/office/powerpoint/2010/main" val="27835875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9">
            <a:extLst>
              <a:ext uri="{FF2B5EF4-FFF2-40B4-BE49-F238E27FC236}">
                <a16:creationId xmlns:a16="http://schemas.microsoft.com/office/drawing/2014/main" id="{EDBAE202-AF97-4CB0-BDE8-76D0F1A109E8}"/>
              </a:ext>
            </a:extLst>
          </p:cNvPr>
          <p:cNvSpPr/>
          <p:nvPr/>
        </p:nvSpPr>
        <p:spPr bwMode="white">
          <a:xfrm>
            <a:off x="-9525" y="4572000"/>
            <a:ext cx="9144000" cy="887413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6" name="Rectangle 10">
            <a:extLst>
              <a:ext uri="{FF2B5EF4-FFF2-40B4-BE49-F238E27FC236}">
                <a16:creationId xmlns:a16="http://schemas.microsoft.com/office/drawing/2014/main" id="{E1C28D94-B982-4628-89C1-90C163720CF9}"/>
              </a:ext>
            </a:extLst>
          </p:cNvPr>
          <p:cNvSpPr/>
          <p:nvPr/>
        </p:nvSpPr>
        <p:spPr>
          <a:xfrm>
            <a:off x="-9525" y="4664075"/>
            <a:ext cx="1463675" cy="712788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7" name="Rectangle 11">
            <a:extLst>
              <a:ext uri="{FF2B5EF4-FFF2-40B4-BE49-F238E27FC236}">
                <a16:creationId xmlns:a16="http://schemas.microsoft.com/office/drawing/2014/main" id="{09B3A1EB-58B9-4A60-B6DF-247519C9921C}"/>
              </a:ext>
            </a:extLst>
          </p:cNvPr>
          <p:cNvSpPr/>
          <p:nvPr/>
        </p:nvSpPr>
        <p:spPr>
          <a:xfrm>
            <a:off x="1544638" y="4654550"/>
            <a:ext cx="7599362" cy="712788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8" name="Rectangle 12">
            <a:extLst>
              <a:ext uri="{FF2B5EF4-FFF2-40B4-BE49-F238E27FC236}">
                <a16:creationId xmlns:a16="http://schemas.microsoft.com/office/drawing/2014/main" id="{82F97545-DF4A-496B-934F-8C13B1733159}"/>
              </a:ext>
            </a:extLst>
          </p:cNvPr>
          <p:cNvSpPr/>
          <p:nvPr/>
        </p:nvSpPr>
        <p:spPr bwMode="white">
          <a:xfrm>
            <a:off x="1447800" y="0"/>
            <a:ext cx="100013" cy="6867525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00200" y="5486400"/>
            <a:ext cx="7315200" cy="685800"/>
          </a:xfrm>
        </p:spPr>
        <p:txBody>
          <a:bodyPr/>
          <a:lstStyle>
            <a:lvl1pPr marL="0" indent="0">
              <a:buFontTx/>
              <a:buNone/>
              <a:defRPr sz="17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4648200"/>
            <a:ext cx="7315200" cy="685800"/>
          </a:xfrm>
        </p:spPr>
        <p:txBody>
          <a:bodyPr/>
          <a:lstStyle>
            <a:lvl1pPr algn="l">
              <a:buNone/>
              <a:defRPr sz="28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560576" y="0"/>
            <a:ext cx="7583424" cy="4568952"/>
          </a:xfrm>
          <a:solidFill>
            <a:schemeClr val="accent1">
              <a:tint val="40000"/>
            </a:schemeClr>
          </a:solidFill>
          <a:ln>
            <a:noFill/>
          </a:ln>
        </p:spPr>
        <p:txBody>
          <a:bodyPr>
            <a:normAutofit/>
          </a:bodyPr>
          <a:lstStyle>
            <a:lvl1pPr marL="0" indent="0">
              <a:buNone/>
              <a:defRPr sz="3200"/>
            </a:lvl1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9" name="Date Placeholder 11">
            <a:extLst>
              <a:ext uri="{FF2B5EF4-FFF2-40B4-BE49-F238E27FC236}">
                <a16:creationId xmlns:a16="http://schemas.microsoft.com/office/drawing/2014/main" id="{AF620D85-AB74-4EF3-AA72-3F6E72468BE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48400" y="6248400"/>
            <a:ext cx="2667000" cy="365125"/>
          </a:xfrm>
        </p:spPr>
        <p:txBody>
          <a:bodyPr rtlCol="0"/>
          <a:lstStyle>
            <a:lvl1pPr>
              <a:defRPr/>
            </a:lvl1pPr>
          </a:lstStyle>
          <a:p>
            <a:pPr>
              <a:defRPr/>
            </a:pPr>
            <a:fld id="{4A410AB7-E1BB-4E59-8E6E-6AC42599297E}" type="datetime1">
              <a:rPr lang="en-US"/>
              <a:pPr>
                <a:defRPr/>
              </a:pPr>
              <a:t>1/16/2023</a:t>
            </a:fld>
            <a:endParaRPr lang="en-US"/>
          </a:p>
        </p:txBody>
      </p:sp>
      <p:sp>
        <p:nvSpPr>
          <p:cNvPr id="10" name="Slide Number Placeholder 12">
            <a:extLst>
              <a:ext uri="{FF2B5EF4-FFF2-40B4-BE49-F238E27FC236}">
                <a16:creationId xmlns:a16="http://schemas.microsoft.com/office/drawing/2014/main" id="{61824113-CEB1-4BBE-915E-FFE44AC70F7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0" y="4667250"/>
            <a:ext cx="1447800" cy="663575"/>
          </a:xfrm>
        </p:spPr>
        <p:txBody>
          <a:bodyPr/>
          <a:lstStyle>
            <a:lvl1pPr>
              <a:defRPr sz="2800"/>
            </a:lvl1pPr>
          </a:lstStyle>
          <a:p>
            <a:fld id="{AE361428-FB0C-49A9-8762-A1D41A6B062A}" type="slidenum">
              <a:rPr lang="he-IL" altLang="he-IL"/>
              <a:pPr/>
              <a:t>‹#›</a:t>
            </a:fld>
            <a:endParaRPr lang="en-US" altLang="he-IL"/>
          </a:p>
        </p:txBody>
      </p:sp>
      <p:sp>
        <p:nvSpPr>
          <p:cNvPr id="11" name="Footer Placeholder 13">
            <a:extLst>
              <a:ext uri="{FF2B5EF4-FFF2-40B4-BE49-F238E27FC236}">
                <a16:creationId xmlns:a16="http://schemas.microsoft.com/office/drawing/2014/main" id="{AB18D426-96FE-4E0A-B797-200C2C558C37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1600200" y="6248400"/>
            <a:ext cx="45720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673024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13">
            <a:extLst>
              <a:ext uri="{FF2B5EF4-FFF2-40B4-BE49-F238E27FC236}">
                <a16:creationId xmlns:a16="http://schemas.microsoft.com/office/drawing/2014/main" id="{D724E5E7-5BFB-45B2-B9F3-214397AB89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1172025-0050-4600-9716-710B3BE2EFF9}" type="datetime1">
              <a:rPr lang="en-US"/>
              <a:pPr>
                <a:defRPr/>
              </a:pPr>
              <a:t>1/16/2023</a:t>
            </a:fld>
            <a:endParaRPr lang="en-US"/>
          </a:p>
        </p:txBody>
      </p:sp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6DC07146-F24B-4C44-B1CD-4E6A3717D2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22">
            <a:extLst>
              <a:ext uri="{FF2B5EF4-FFF2-40B4-BE49-F238E27FC236}">
                <a16:creationId xmlns:a16="http://schemas.microsoft.com/office/drawing/2014/main" id="{C290FCFA-72CD-4C9F-ADB7-A9DD47B72E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2F50BEA-2B9D-4CFF-92E1-97DAA315A12D}" type="slidenum">
              <a:rPr lang="he-IL" altLang="he-IL"/>
              <a:pPr/>
              <a:t>‹#›</a:t>
            </a:fld>
            <a:endParaRPr lang="en-US" altLang="he-IL"/>
          </a:p>
        </p:txBody>
      </p:sp>
    </p:spTree>
    <p:extLst>
      <p:ext uri="{BB962C8B-B14F-4D97-AF65-F5344CB8AC3E}">
        <p14:creationId xmlns:p14="http://schemas.microsoft.com/office/powerpoint/2010/main" val="26229825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9">
            <a:extLst>
              <a:ext uri="{FF2B5EF4-FFF2-40B4-BE49-F238E27FC236}">
                <a16:creationId xmlns:a16="http://schemas.microsoft.com/office/drawing/2014/main" id="{8F850BC1-4612-4EF7-888A-BEE6ECA527C5}"/>
              </a:ext>
            </a:extLst>
          </p:cNvPr>
          <p:cNvSpPr/>
          <p:nvPr/>
        </p:nvSpPr>
        <p:spPr bwMode="white">
          <a:xfrm>
            <a:off x="6096000" y="0"/>
            <a:ext cx="320675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5" name="Rectangle 10">
            <a:extLst>
              <a:ext uri="{FF2B5EF4-FFF2-40B4-BE49-F238E27FC236}">
                <a16:creationId xmlns:a16="http://schemas.microsoft.com/office/drawing/2014/main" id="{04806CFA-D57E-487B-B00B-5E05D1717B17}"/>
              </a:ext>
            </a:extLst>
          </p:cNvPr>
          <p:cNvSpPr/>
          <p:nvPr/>
        </p:nvSpPr>
        <p:spPr>
          <a:xfrm>
            <a:off x="6142038" y="609600"/>
            <a:ext cx="228600" cy="62484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6" name="Rectangle 11">
            <a:extLst>
              <a:ext uri="{FF2B5EF4-FFF2-40B4-BE49-F238E27FC236}">
                <a16:creationId xmlns:a16="http://schemas.microsoft.com/office/drawing/2014/main" id="{2505BC62-6C89-447D-9A23-433DC36C328B}"/>
              </a:ext>
            </a:extLst>
          </p:cNvPr>
          <p:cNvSpPr/>
          <p:nvPr/>
        </p:nvSpPr>
        <p:spPr>
          <a:xfrm>
            <a:off x="6142038" y="0"/>
            <a:ext cx="228600" cy="533400"/>
          </a:xfrm>
          <a:prstGeom prst="rect">
            <a:avLst/>
          </a:prstGeom>
          <a:solidFill>
            <a:schemeClr val="accent2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53200" y="609600"/>
            <a:ext cx="2057400" cy="5516563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5562600" cy="551656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04BAF2B9-2344-4D50-A618-29107FED472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53200" y="6248400"/>
            <a:ext cx="2209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090BB66-524F-4C85-92AD-A66AF3E8988B}" type="datetime1">
              <a:rPr lang="en-US"/>
              <a:pPr>
                <a:defRPr/>
              </a:pPr>
              <a:t>1/16/2023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37BD1E92-2DAF-4494-8F4D-316AA0CD63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7200" y="6248400"/>
            <a:ext cx="5573713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0F236DA3-C07A-4BCB-BD5F-8599C512A3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 rot="5400000">
            <a:off x="5989638" y="144462"/>
            <a:ext cx="533400" cy="244475"/>
          </a:xfrm>
        </p:spPr>
        <p:txBody>
          <a:bodyPr/>
          <a:lstStyle>
            <a:lvl1pPr>
              <a:defRPr/>
            </a:lvl1pPr>
          </a:lstStyle>
          <a:p>
            <a:fld id="{CED5BECD-E4D0-4ABD-B03E-AD15AFEFECE5}" type="slidenum">
              <a:rPr lang="he-IL" altLang="he-IL"/>
              <a:pPr/>
              <a:t>‹#›</a:t>
            </a:fld>
            <a:endParaRPr lang="en-US" altLang="he-IL"/>
          </a:p>
        </p:txBody>
      </p:sp>
    </p:spTree>
    <p:extLst>
      <p:ext uri="{BB962C8B-B14F-4D97-AF65-F5344CB8AC3E}">
        <p14:creationId xmlns:p14="http://schemas.microsoft.com/office/powerpoint/2010/main" val="31442574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3">
            <a:extLst>
              <a:ext uri="{FF2B5EF4-FFF2-40B4-BE49-F238E27FC236}">
                <a16:creationId xmlns:a16="http://schemas.microsoft.com/office/drawing/2014/main" id="{59AEA74C-A21E-4479-9D7F-46D4D2EDBA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225D060-7CB8-40AB-8E3C-0DAC359531F5}" type="datetime1">
              <a:rPr lang="en-US"/>
              <a:pPr>
                <a:defRPr/>
              </a:pPr>
              <a:t>1/16/2023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107A4E1-8B69-4B83-A3AE-34719FB3D3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22">
            <a:extLst>
              <a:ext uri="{FF2B5EF4-FFF2-40B4-BE49-F238E27FC236}">
                <a16:creationId xmlns:a16="http://schemas.microsoft.com/office/drawing/2014/main" id="{6745C6D1-85CD-46C1-B835-CBC261A82A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EF6B13A-CBC5-4A2B-B4B7-16CF84FC3DCA}" type="slidenum">
              <a:rPr lang="he-IL" altLang="he-IL"/>
              <a:pPr/>
              <a:t>‹#›</a:t>
            </a:fld>
            <a:endParaRPr lang="en-US" altLang="he-IL"/>
          </a:p>
        </p:txBody>
      </p:sp>
    </p:spTree>
    <p:extLst>
      <p:ext uri="{BB962C8B-B14F-4D97-AF65-F5344CB8AC3E}">
        <p14:creationId xmlns:p14="http://schemas.microsoft.com/office/powerpoint/2010/main" val="286682677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28600"/>
            <a:ext cx="8153400" cy="9906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12775" y="1600200"/>
            <a:ext cx="40005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65675" y="1600200"/>
            <a:ext cx="40005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5" name="Date Placeholder 13">
            <a:extLst>
              <a:ext uri="{FF2B5EF4-FFF2-40B4-BE49-F238E27FC236}">
                <a16:creationId xmlns:a16="http://schemas.microsoft.com/office/drawing/2014/main" id="{DB5422A9-CD6A-44C4-ADF4-8E57EE1AAC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33600A-22C7-4C13-80E0-497D9BA487DD}" type="datetime1">
              <a:rPr lang="en-US"/>
              <a:pPr>
                <a:defRPr/>
              </a:pPr>
              <a:t>1/16/2023</a:t>
            </a:fld>
            <a:endParaRPr lang="en-US"/>
          </a:p>
        </p:txBody>
      </p:sp>
      <p:sp>
        <p:nvSpPr>
          <p:cNvPr id="6" name="Footer Placeholder 2">
            <a:extLst>
              <a:ext uri="{FF2B5EF4-FFF2-40B4-BE49-F238E27FC236}">
                <a16:creationId xmlns:a16="http://schemas.microsoft.com/office/drawing/2014/main" id="{E2B1DAF7-F04F-4157-913C-B146F5A24D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22">
            <a:extLst>
              <a:ext uri="{FF2B5EF4-FFF2-40B4-BE49-F238E27FC236}">
                <a16:creationId xmlns:a16="http://schemas.microsoft.com/office/drawing/2014/main" id="{52B09864-B259-4004-BC0E-19E255056E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84FDA4A-3BD2-4327-9877-9966DF35B184}" type="slidenum">
              <a:rPr lang="he-IL" altLang="he-IL"/>
              <a:pPr/>
              <a:t>‹#›</a:t>
            </a:fld>
            <a:endParaRPr lang="en-US" altLang="he-IL"/>
          </a:p>
        </p:txBody>
      </p:sp>
    </p:spTree>
    <p:extLst>
      <p:ext uri="{BB962C8B-B14F-4D97-AF65-F5344CB8AC3E}">
        <p14:creationId xmlns:p14="http://schemas.microsoft.com/office/powerpoint/2010/main" val="426925727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7813"/>
            <a:ext cx="8229600" cy="11398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307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91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8200" y="3941763"/>
            <a:ext cx="4038600" cy="2189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Date Placeholder 13">
            <a:extLst>
              <a:ext uri="{FF2B5EF4-FFF2-40B4-BE49-F238E27FC236}">
                <a16:creationId xmlns:a16="http://schemas.microsoft.com/office/drawing/2014/main" id="{C0338F52-F11B-4948-B7BE-4EC3E37409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DF2519A-7F60-443A-A900-01CC5F99E9A0}" type="datetime1">
              <a:rPr lang="en-US"/>
              <a:pPr>
                <a:defRPr/>
              </a:pPr>
              <a:t>1/16/2023</a:t>
            </a:fld>
            <a:endParaRPr lang="en-US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10FCD690-CA54-4D49-A6FC-A0443C0222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Slide Number Placeholder 22">
            <a:extLst>
              <a:ext uri="{FF2B5EF4-FFF2-40B4-BE49-F238E27FC236}">
                <a16:creationId xmlns:a16="http://schemas.microsoft.com/office/drawing/2014/main" id="{995561C5-9CB3-45EA-969C-051A916869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9B6025F-0B07-4DC3-BC3B-591FA5779F69}" type="slidenum">
              <a:rPr lang="he-IL" altLang="he-IL"/>
              <a:pPr/>
              <a:t>‹#›</a:t>
            </a:fld>
            <a:endParaRPr lang="en-US" altLang="he-IL"/>
          </a:p>
        </p:txBody>
      </p:sp>
    </p:spTree>
    <p:extLst>
      <p:ext uri="{BB962C8B-B14F-4D97-AF65-F5344CB8AC3E}">
        <p14:creationId xmlns:p14="http://schemas.microsoft.com/office/powerpoint/2010/main" val="25737317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21">
            <a:extLst>
              <a:ext uri="{FF2B5EF4-FFF2-40B4-BE49-F238E27FC236}">
                <a16:creationId xmlns:a16="http://schemas.microsoft.com/office/drawing/2014/main" id="{6004CE41-DF6B-40DD-8355-A1282EBC380F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609600" y="228600"/>
            <a:ext cx="8153400" cy="99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he-IL"/>
              <a:t>Click to edit Master title style</a:t>
            </a:r>
          </a:p>
        </p:txBody>
      </p:sp>
      <p:sp>
        <p:nvSpPr>
          <p:cNvPr id="1027" name="Text Placeholder 12">
            <a:extLst>
              <a:ext uri="{FF2B5EF4-FFF2-40B4-BE49-F238E27FC236}">
                <a16:creationId xmlns:a16="http://schemas.microsoft.com/office/drawing/2014/main" id="{016AF66F-70BE-414C-B2D6-C469A31F0681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612775" y="1600200"/>
            <a:ext cx="81534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he-IL"/>
              <a:t>Click to edit Master text styles</a:t>
            </a:r>
          </a:p>
          <a:p>
            <a:pPr lvl="1"/>
            <a:r>
              <a:rPr lang="en-US" altLang="he-IL"/>
              <a:t>Second level</a:t>
            </a:r>
          </a:p>
          <a:p>
            <a:pPr lvl="2"/>
            <a:r>
              <a:rPr lang="en-US" altLang="he-IL"/>
              <a:t>Third level</a:t>
            </a:r>
          </a:p>
          <a:p>
            <a:pPr lvl="3"/>
            <a:r>
              <a:rPr lang="en-US" altLang="he-IL"/>
              <a:t>Fourth level</a:t>
            </a:r>
          </a:p>
          <a:p>
            <a:pPr lvl="4"/>
            <a:r>
              <a:rPr lang="en-US" altLang="he-IL"/>
              <a:t>Fifth level</a:t>
            </a:r>
          </a:p>
        </p:txBody>
      </p:sp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EF7103A4-3A86-46ED-AD9A-FB415576631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</p:spPr>
        <p:txBody>
          <a:bodyPr vert="horz" anchor="ctr" anchorCtr="0"/>
          <a:lstStyle>
            <a:lvl1pPr algn="l" eaLnBrk="1" fontAlgn="auto" latinLnBrk="0" hangingPunct="1">
              <a:spcBef>
                <a:spcPts val="0"/>
              </a:spcBef>
              <a:spcAft>
                <a:spcPts val="0"/>
              </a:spcAft>
              <a:defRPr kumimoji="0" sz="1400">
                <a:solidFill>
                  <a:schemeClr val="tx2"/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4222AB76-9196-4000-84E0-4D1B8D306BAB}" type="datetime1">
              <a:rPr lang="en-US"/>
              <a:pPr>
                <a:defRPr/>
              </a:pPr>
              <a:t>1/16/2023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C117926-5741-433C-BAE0-FA428273136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09600" y="6248400"/>
            <a:ext cx="5421313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400">
                <a:solidFill>
                  <a:schemeClr val="tx2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6416397-C646-4479-92BB-27A5113F7D1E}"/>
              </a:ext>
            </a:extLst>
          </p:cNvPr>
          <p:cNvSpPr/>
          <p:nvPr/>
        </p:nvSpPr>
        <p:spPr bwMode="white">
          <a:xfrm>
            <a:off x="0" y="1235075"/>
            <a:ext cx="9144000" cy="31908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C102620-F63E-4D4C-9AC3-3F4FC01C645D}"/>
              </a:ext>
            </a:extLst>
          </p:cNvPr>
          <p:cNvSpPr/>
          <p:nvPr/>
        </p:nvSpPr>
        <p:spPr>
          <a:xfrm>
            <a:off x="0" y="1279525"/>
            <a:ext cx="533400" cy="228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06C5F36-44C2-46B9-9B58-B9BBDFB05F6F}"/>
              </a:ext>
            </a:extLst>
          </p:cNvPr>
          <p:cNvSpPr/>
          <p:nvPr/>
        </p:nvSpPr>
        <p:spPr>
          <a:xfrm>
            <a:off x="590550" y="1279525"/>
            <a:ext cx="8553450" cy="228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CDA2BC16-4DFE-473C-B219-80036F1C68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0" y="1271588"/>
            <a:ext cx="533400" cy="24447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>
            <a:lvl1pPr algn="ctr">
              <a:defRPr sz="1400" b="1">
                <a:solidFill>
                  <a:srgbClr val="FFFFFF"/>
                </a:solidFill>
              </a:defRPr>
            </a:lvl1pPr>
          </a:lstStyle>
          <a:p>
            <a:fld id="{4A4443BF-16B3-476D-AA13-D1521C0DFACE}" type="slidenum">
              <a:rPr lang="he-IL" altLang="he-IL"/>
              <a:pPr/>
              <a:t>‹#›</a:t>
            </a:fld>
            <a:endParaRPr lang="en-US" altLang="he-IL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50" r:id="rId1"/>
    <p:sldLayoutId id="2147484043" r:id="rId2"/>
    <p:sldLayoutId id="2147484051" r:id="rId3"/>
    <p:sldLayoutId id="2147484052" r:id="rId4"/>
    <p:sldLayoutId id="2147484053" r:id="rId5"/>
    <p:sldLayoutId id="2147484044" r:id="rId6"/>
    <p:sldLayoutId id="2147484054" r:id="rId7"/>
    <p:sldLayoutId id="2147484045" r:id="rId8"/>
    <p:sldLayoutId id="2147484055" r:id="rId9"/>
    <p:sldLayoutId id="2147484046" r:id="rId10"/>
    <p:sldLayoutId id="2147484056" r:id="rId11"/>
    <p:sldLayoutId id="2147484047" r:id="rId12"/>
    <p:sldLayoutId id="2147484048" r:id="rId13"/>
    <p:sldLayoutId id="2147484049" r:id="rId14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</a:defRPr>
      </a:lvl9pPr>
    </p:titleStyle>
    <p:bodyStyle>
      <a:lvl1pPr marL="319088" indent="-319088" algn="l" rtl="0" eaLnBrk="0" fontAlgn="base" hangingPunct="0">
        <a:spcBef>
          <a:spcPts val="700"/>
        </a:spcBef>
        <a:spcAft>
          <a:spcPct val="0"/>
        </a:spcAft>
        <a:buClr>
          <a:schemeClr val="accent2"/>
        </a:buClr>
        <a:buSzPct val="60000"/>
        <a:buFont typeface="Wingdings" panose="05000000000000000000" pitchFamily="2" charset="2"/>
        <a:buChar char=""/>
        <a:defRPr sz="2900" kern="1200">
          <a:solidFill>
            <a:schemeClr val="tx1"/>
          </a:solidFill>
          <a:latin typeface="+mn-lt"/>
          <a:ea typeface="+mn-ea"/>
          <a:cs typeface="+mn-cs"/>
        </a:defRPr>
      </a:lvl1pPr>
      <a:lvl2pPr marL="639763" indent="-273050" algn="l" rtl="0" eaLnBrk="0" fontAlgn="base" hangingPunct="0">
        <a:spcBef>
          <a:spcPts val="550"/>
        </a:spcBef>
        <a:spcAft>
          <a:spcPct val="0"/>
        </a:spcAft>
        <a:buClr>
          <a:schemeClr val="accent1"/>
        </a:buClr>
        <a:buSzPct val="70000"/>
        <a:buFont typeface="Wingdings 2" panose="05020102010507070707" pitchFamily="18" charset="2"/>
        <a:buChar char=""/>
        <a:defRPr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28600" algn="l" rtl="0" eaLnBrk="0" fontAlgn="base" hangingPunct="0">
        <a:spcBef>
          <a:spcPts val="500"/>
        </a:spcBef>
        <a:spcAft>
          <a:spcPct val="0"/>
        </a:spcAft>
        <a:buClr>
          <a:schemeClr val="accent2"/>
        </a:buClr>
        <a:buSzPct val="75000"/>
        <a:buFont typeface="Wingdings" panose="05000000000000000000" pitchFamily="2" charset="2"/>
        <a:buChar char=""/>
        <a:defRPr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228600" algn="l" rtl="0" eaLnBrk="0" fontAlgn="base" hangingPunct="0">
        <a:spcBef>
          <a:spcPts val="400"/>
        </a:spcBef>
        <a:spcAft>
          <a:spcPct val="0"/>
        </a:spcAft>
        <a:buClr>
          <a:srgbClr val="9BBB59"/>
        </a:buClr>
        <a:buSzPct val="75000"/>
        <a:buFont typeface="Wingdings" panose="05000000000000000000" pitchFamily="2" charset="2"/>
        <a:buChar char="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-228600" algn="l" rtl="0" eaLnBrk="0" fontAlgn="base" hangingPunct="0">
        <a:spcBef>
          <a:spcPts val="400"/>
        </a:spcBef>
        <a:spcAft>
          <a:spcPct val="0"/>
        </a:spcAft>
        <a:buClr>
          <a:srgbClr val="8064A2"/>
        </a:buClr>
        <a:buSzPct val="65000"/>
        <a:buFont typeface="Wingdings" panose="05000000000000000000" pitchFamily="2" charset="2"/>
        <a:buChar char="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103120" indent="-228600" algn="l" rtl="0" eaLnBrk="1" latinLnBrk="0" hangingPunct="1">
        <a:spcBef>
          <a:spcPct val="20000"/>
        </a:spcBef>
        <a:buClr>
          <a:schemeClr val="accent1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l" rtl="0" eaLnBrk="1" latinLnBrk="0" hangingPunct="1">
        <a:spcBef>
          <a:spcPct val="20000"/>
        </a:spcBef>
        <a:buClr>
          <a:schemeClr val="accent2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651760" indent="-228600" algn="l" rtl="0" eaLnBrk="1" latinLnBrk="0" hangingPunct="1">
        <a:spcBef>
          <a:spcPct val="20000"/>
        </a:spcBef>
        <a:buClr>
          <a:schemeClr val="accent3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926080" indent="-228600" algn="l" rtl="0" eaLnBrk="1" latinLnBrk="0" hangingPunct="1">
        <a:spcBef>
          <a:spcPct val="20000"/>
        </a:spcBef>
        <a:buClr>
          <a:schemeClr val="accent4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AA6936-EA11-49F6-8D77-D9ECE63B63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4038600"/>
            <a:ext cx="7696200" cy="1828800"/>
          </a:xfrm>
        </p:spPr>
        <p:txBody>
          <a:bodyPr>
            <a:normAutofit fontScale="90000"/>
          </a:bodyPr>
          <a:lstStyle/>
          <a:p>
            <a:pPr algn="r" rtl="1" eaLnBrk="1" hangingPunct="1">
              <a:defRPr/>
            </a:pPr>
            <a:r>
              <a:rPr lang="en-US" sz="4000" cap="none" dirty="0"/>
              <a:t>C#</a:t>
            </a:r>
            <a:r>
              <a:rPr lang="he-IL" sz="4000" cap="none" dirty="0"/>
              <a:t> - 06</a:t>
            </a:r>
            <a:br>
              <a:rPr lang="he-IL" sz="4000" cap="none" dirty="0"/>
            </a:br>
            <a:br>
              <a:rPr lang="he-IL" sz="4000" cap="none" dirty="0"/>
            </a:br>
            <a:r>
              <a:rPr lang="he-IL" sz="4000" cap="none" dirty="0"/>
              <a:t>פונקציות והעברת פרמטרים </a:t>
            </a:r>
            <a:r>
              <a:rPr lang="en-US" sz="4000" cap="none" dirty="0">
                <a:cs typeface="Arial" pitchFamily="34" charset="0"/>
              </a:rPr>
              <a:t>by </a:t>
            </a:r>
            <a:r>
              <a:rPr lang="en-US" sz="4000" cap="none" dirty="0" err="1">
                <a:cs typeface="Arial" pitchFamily="34" charset="0"/>
              </a:rPr>
              <a:t>val</a:t>
            </a:r>
            <a:r>
              <a:rPr lang="he-IL" sz="4000" cap="none" dirty="0"/>
              <a:t> ו- </a:t>
            </a:r>
            <a:r>
              <a:rPr lang="en-US" sz="4000" cap="none" dirty="0">
                <a:cs typeface="Arial" pitchFamily="34" charset="0"/>
              </a:rPr>
              <a:t>by ref</a:t>
            </a:r>
            <a:r>
              <a:rPr lang="he-IL" sz="4000" cap="none" dirty="0"/>
              <a:t> </a:t>
            </a:r>
            <a:endParaRPr lang="en-US" sz="4000" cap="none" dirty="0"/>
          </a:p>
        </p:txBody>
      </p:sp>
      <p:sp>
        <p:nvSpPr>
          <p:cNvPr id="3" name="כותרת משנה 2">
            <a:extLst>
              <a:ext uri="{FF2B5EF4-FFF2-40B4-BE49-F238E27FC236}">
                <a16:creationId xmlns:a16="http://schemas.microsoft.com/office/drawing/2014/main" id="{CD478FDD-8CCB-4221-B8F8-B22610BBE92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he-IL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7DC300-481D-4F7C-BE8A-4D9A91F0A1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80000"/>
              </a:lnSpc>
            </a:pPr>
            <a:fld id="{818AB6BF-BCE2-4010-9199-0E20E4F9B524}" type="slidenum">
              <a:rPr lang="he-IL" altLang="he-IL" sz="1200">
                <a:solidFill>
                  <a:srgbClr val="FFFFFF"/>
                </a:solidFill>
              </a:rPr>
              <a:pPr eaLnBrk="1" hangingPunct="1">
                <a:lnSpc>
                  <a:spcPct val="80000"/>
                </a:lnSpc>
              </a:pPr>
              <a:t>2</a:t>
            </a:fld>
            <a:endParaRPr lang="en-US" altLang="he-IL" sz="1200">
              <a:solidFill>
                <a:srgbClr val="FFFFFF"/>
              </a:solidFill>
            </a:endParaRPr>
          </a:p>
        </p:txBody>
      </p:sp>
      <p:sp>
        <p:nvSpPr>
          <p:cNvPr id="10243" name="Rectangle 2">
            <a:extLst>
              <a:ext uri="{FF2B5EF4-FFF2-40B4-BE49-F238E27FC236}">
                <a16:creationId xmlns:a16="http://schemas.microsoft.com/office/drawing/2014/main" id="{7A640871-CB4D-41E1-98AA-8102EB57141F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 anchor="b"/>
          <a:lstStyle/>
          <a:p>
            <a:pPr algn="r" eaLnBrk="1" hangingPunct="1"/>
            <a:r>
              <a:rPr lang="he-IL" altLang="he-IL"/>
              <a:t>ביחידה זו נלמד:</a:t>
            </a:r>
            <a:endParaRPr lang="en-US" altLang="he-IL"/>
          </a:p>
        </p:txBody>
      </p:sp>
      <p:sp>
        <p:nvSpPr>
          <p:cNvPr id="10244" name="Rectangle 3">
            <a:extLst>
              <a:ext uri="{FF2B5EF4-FFF2-40B4-BE49-F238E27FC236}">
                <a16:creationId xmlns:a16="http://schemas.microsoft.com/office/drawing/2014/main" id="{7B199752-13CE-449B-BE28-7939B9261809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algn="r" rtl="1" eaLnBrk="1" hangingPunct="1"/>
            <a:endParaRPr lang="he-IL" altLang="he-IL"/>
          </a:p>
          <a:p>
            <a:pPr algn="r" rtl="1" eaLnBrk="1" hangingPunct="1"/>
            <a:r>
              <a:rPr lang="he-IL" altLang="he-IL"/>
              <a:t>מהי פונקציה</a:t>
            </a:r>
          </a:p>
          <a:p>
            <a:pPr lvl="1" algn="r" rtl="1" eaLnBrk="1" hangingPunct="1"/>
            <a:r>
              <a:rPr lang="he-IL" altLang="he-IL"/>
              <a:t>כיצד משתמשים בפונקציה</a:t>
            </a:r>
          </a:p>
          <a:p>
            <a:pPr lvl="1" algn="r" rtl="1" eaLnBrk="1" hangingPunct="1"/>
            <a:r>
              <a:rPr lang="he-IL" altLang="he-IL"/>
              <a:t>כיצד כותבים פונקציה</a:t>
            </a:r>
          </a:p>
          <a:p>
            <a:pPr algn="r" rtl="1" eaLnBrk="1" hangingPunct="1"/>
            <a:r>
              <a:rPr lang="he-IL" altLang="he-IL"/>
              <a:t>צורות העברת פרמטרים לפונקציות:	</a:t>
            </a:r>
          </a:p>
          <a:p>
            <a:pPr lvl="1" algn="r" rtl="1" eaLnBrk="1" hangingPunct="1"/>
            <a:r>
              <a:rPr lang="en-US" altLang="he-IL"/>
              <a:t> by value</a:t>
            </a:r>
          </a:p>
          <a:p>
            <a:pPr lvl="1" algn="r" rtl="1" eaLnBrk="1" hangingPunct="1"/>
            <a:r>
              <a:rPr lang="en-US" altLang="he-IL"/>
              <a:t>by reference</a:t>
            </a:r>
            <a:endParaRPr lang="he-IL" altLang="he-IL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לבן 1">
            <a:extLst>
              <a:ext uri="{FF2B5EF4-FFF2-40B4-BE49-F238E27FC236}">
                <a16:creationId xmlns:a16="http://schemas.microsoft.com/office/drawing/2014/main" id="{69CD694E-5296-4339-A67C-998F673EC31C}"/>
              </a:ext>
            </a:extLst>
          </p:cNvPr>
          <p:cNvSpPr/>
          <p:nvPr/>
        </p:nvSpPr>
        <p:spPr>
          <a:xfrm>
            <a:off x="0" y="1579920"/>
            <a:ext cx="6858000" cy="504753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static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1400" dirty="0">
                <a:solidFill>
                  <a:srgbClr val="795E26"/>
                </a:solidFill>
                <a:latin typeface="Consolas" panose="020B0609020204030204" pitchFamily="49" charset="0"/>
              </a:rPr>
              <a:t>Main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string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[] </a:t>
            </a:r>
            <a:r>
              <a:rPr lang="en-US" sz="1400" dirty="0" err="1">
                <a:solidFill>
                  <a:srgbClr val="001080"/>
                </a:solidFill>
                <a:latin typeface="Consolas" panose="020B0609020204030204" pitchFamily="49" charset="0"/>
              </a:rPr>
              <a:t>args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pPr algn="l"/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pPr algn="l"/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1400" dirty="0">
                <a:solidFill>
                  <a:srgbClr val="001080"/>
                </a:solidFill>
                <a:latin typeface="Consolas" panose="020B0609020204030204" pitchFamily="49" charset="0"/>
              </a:rPr>
              <a:t>base1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1400" dirty="0">
                <a:solidFill>
                  <a:srgbClr val="001080"/>
                </a:solidFill>
                <a:latin typeface="Consolas" panose="020B0609020204030204" pitchFamily="49" charset="0"/>
              </a:rPr>
              <a:t>pow1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1400" dirty="0">
                <a:solidFill>
                  <a:srgbClr val="001080"/>
                </a:solidFill>
                <a:latin typeface="Consolas" panose="020B0609020204030204" pitchFamily="49" charset="0"/>
              </a:rPr>
              <a:t>res1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algn="l"/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1400" dirty="0">
                <a:solidFill>
                  <a:srgbClr val="001080"/>
                </a:solidFill>
                <a:latin typeface="Consolas" panose="020B0609020204030204" pitchFamily="49" charset="0"/>
              </a:rPr>
              <a:t>base2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1400" dirty="0">
                <a:solidFill>
                  <a:srgbClr val="001080"/>
                </a:solidFill>
                <a:latin typeface="Consolas" panose="020B0609020204030204" pitchFamily="49" charset="0"/>
              </a:rPr>
              <a:t>pow2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1400" dirty="0">
                <a:solidFill>
                  <a:srgbClr val="001080"/>
                </a:solidFill>
                <a:latin typeface="Consolas" panose="020B0609020204030204" pitchFamily="49" charset="0"/>
              </a:rPr>
              <a:t>res2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algn="l"/>
            <a:b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en-US" sz="1400" dirty="0" err="1">
                <a:solidFill>
                  <a:srgbClr val="001080"/>
                </a:solidFill>
                <a:latin typeface="Consolas" panose="020B0609020204030204" pitchFamily="49" charset="0"/>
              </a:rPr>
              <a:t>Console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400" dirty="0" err="1">
                <a:solidFill>
                  <a:srgbClr val="795E26"/>
                </a:solidFill>
                <a:latin typeface="Consolas" panose="020B0609020204030204" pitchFamily="49" charset="0"/>
              </a:rPr>
              <a:t>WriteLine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"Enter base and power:"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algn="l"/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en-US" sz="1400" dirty="0">
                <a:solidFill>
                  <a:srgbClr val="001080"/>
                </a:solidFill>
                <a:latin typeface="Consolas" panose="020B0609020204030204" pitchFamily="49" charset="0"/>
              </a:rPr>
              <a:t>base1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= </a:t>
            </a:r>
            <a:r>
              <a:rPr lang="en-US" sz="1400" dirty="0" err="1">
                <a:solidFill>
                  <a:srgbClr val="001080"/>
                </a:solidFill>
                <a:latin typeface="Consolas" panose="020B0609020204030204" pitchFamily="49" charset="0"/>
              </a:rPr>
              <a:t>int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400" dirty="0" err="1">
                <a:solidFill>
                  <a:srgbClr val="795E26"/>
                </a:solidFill>
                <a:latin typeface="Consolas" panose="020B0609020204030204" pitchFamily="49" charset="0"/>
              </a:rPr>
              <a:t>Parse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 err="1">
                <a:solidFill>
                  <a:srgbClr val="001080"/>
                </a:solidFill>
                <a:latin typeface="Consolas" panose="020B0609020204030204" pitchFamily="49" charset="0"/>
              </a:rPr>
              <a:t>Console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400" dirty="0" err="1">
                <a:solidFill>
                  <a:srgbClr val="795E26"/>
                </a:solidFill>
                <a:latin typeface="Consolas" panose="020B0609020204030204" pitchFamily="49" charset="0"/>
              </a:rPr>
              <a:t>ReadLine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());</a:t>
            </a:r>
          </a:p>
          <a:p>
            <a:pPr algn="l"/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en-US" sz="1400" dirty="0">
                <a:solidFill>
                  <a:srgbClr val="001080"/>
                </a:solidFill>
                <a:latin typeface="Consolas" panose="020B0609020204030204" pitchFamily="49" charset="0"/>
              </a:rPr>
              <a:t>pow1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= </a:t>
            </a:r>
            <a:r>
              <a:rPr lang="en-US" sz="1400" dirty="0" err="1">
                <a:solidFill>
                  <a:srgbClr val="001080"/>
                </a:solidFill>
                <a:latin typeface="Consolas" panose="020B0609020204030204" pitchFamily="49" charset="0"/>
              </a:rPr>
              <a:t>int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400" dirty="0" err="1">
                <a:solidFill>
                  <a:srgbClr val="795E26"/>
                </a:solidFill>
                <a:latin typeface="Consolas" panose="020B0609020204030204" pitchFamily="49" charset="0"/>
              </a:rPr>
              <a:t>Parse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 err="1">
                <a:solidFill>
                  <a:srgbClr val="001080"/>
                </a:solidFill>
                <a:latin typeface="Consolas" panose="020B0609020204030204" pitchFamily="49" charset="0"/>
              </a:rPr>
              <a:t>Console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400" dirty="0" err="1">
                <a:solidFill>
                  <a:srgbClr val="795E26"/>
                </a:solidFill>
                <a:latin typeface="Consolas" panose="020B0609020204030204" pitchFamily="49" charset="0"/>
              </a:rPr>
              <a:t>ReadLine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());</a:t>
            </a:r>
          </a:p>
          <a:p>
            <a:pPr algn="l"/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en-US" sz="1400" dirty="0">
                <a:solidFill>
                  <a:srgbClr val="001080"/>
                </a:solidFill>
                <a:latin typeface="Consolas" panose="020B0609020204030204" pitchFamily="49" charset="0"/>
              </a:rPr>
              <a:t>res1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= </a:t>
            </a:r>
            <a:r>
              <a:rPr lang="en-US" sz="1400" dirty="0">
                <a:solidFill>
                  <a:srgbClr val="09885A"/>
                </a:solidFill>
                <a:latin typeface="Consolas" panose="020B0609020204030204" pitchFamily="49" charset="0"/>
              </a:rPr>
              <a:t>1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algn="l"/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 </a:t>
            </a:r>
            <a:r>
              <a:rPr lang="en-US" sz="1400" dirty="0">
                <a:solidFill>
                  <a:srgbClr val="AF00DB"/>
                </a:solidFill>
                <a:latin typeface="Consolas" panose="020B0609020204030204" pitchFamily="49" charset="0"/>
              </a:rPr>
              <a:t>for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(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1400" dirty="0" err="1">
                <a:solidFill>
                  <a:srgbClr val="001080"/>
                </a:solidFill>
                <a:latin typeface="Consolas" panose="020B0609020204030204" pitchFamily="49" charset="0"/>
              </a:rPr>
              <a:t>i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= </a:t>
            </a:r>
            <a:r>
              <a:rPr lang="en-US" sz="1400" dirty="0">
                <a:solidFill>
                  <a:srgbClr val="09885A"/>
                </a:solidFill>
                <a:latin typeface="Consolas" panose="020B0609020204030204" pitchFamily="49" charset="0"/>
              </a:rPr>
              <a:t>0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; </a:t>
            </a:r>
            <a:r>
              <a:rPr lang="en-US" sz="1400" dirty="0" err="1">
                <a:solidFill>
                  <a:srgbClr val="001080"/>
                </a:solidFill>
                <a:latin typeface="Consolas" panose="020B0609020204030204" pitchFamily="49" charset="0"/>
              </a:rPr>
              <a:t>i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&lt; </a:t>
            </a:r>
            <a:r>
              <a:rPr lang="en-US" sz="1400" dirty="0">
                <a:solidFill>
                  <a:srgbClr val="001080"/>
                </a:solidFill>
                <a:latin typeface="Consolas" panose="020B0609020204030204" pitchFamily="49" charset="0"/>
              </a:rPr>
              <a:t>pow1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; </a:t>
            </a:r>
            <a:r>
              <a:rPr lang="en-US" sz="1400" dirty="0" err="1">
                <a:solidFill>
                  <a:srgbClr val="001080"/>
                </a:solidFill>
                <a:latin typeface="Consolas" panose="020B0609020204030204" pitchFamily="49" charset="0"/>
              </a:rPr>
              <a:t>i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++){</a:t>
            </a:r>
          </a:p>
          <a:p>
            <a:pPr algn="l"/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   </a:t>
            </a:r>
            <a:r>
              <a:rPr lang="en-US" sz="1400" dirty="0">
                <a:solidFill>
                  <a:srgbClr val="001080"/>
                </a:solidFill>
                <a:latin typeface="Consolas" panose="020B0609020204030204" pitchFamily="49" charset="0"/>
              </a:rPr>
              <a:t>res1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*= </a:t>
            </a:r>
            <a:r>
              <a:rPr lang="en-US" sz="1400" dirty="0">
                <a:solidFill>
                  <a:srgbClr val="001080"/>
                </a:solidFill>
                <a:latin typeface="Consolas" panose="020B0609020204030204" pitchFamily="49" charset="0"/>
              </a:rPr>
              <a:t>base1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algn="l"/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 }</a:t>
            </a:r>
          </a:p>
          <a:p>
            <a:pPr algn="l"/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 </a:t>
            </a:r>
            <a:r>
              <a:rPr lang="en-US" sz="1400" dirty="0" err="1">
                <a:solidFill>
                  <a:srgbClr val="001080"/>
                </a:solidFill>
                <a:latin typeface="Consolas" panose="020B0609020204030204" pitchFamily="49" charset="0"/>
              </a:rPr>
              <a:t>Console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400" dirty="0" err="1">
                <a:solidFill>
                  <a:srgbClr val="795E26"/>
                </a:solidFill>
                <a:latin typeface="Consolas" panose="020B0609020204030204" pitchFamily="49" charset="0"/>
              </a:rPr>
              <a:t>WriteLine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"{0}^{1}={2}"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sz="1400" dirty="0">
                <a:solidFill>
                  <a:srgbClr val="001080"/>
                </a:solidFill>
                <a:latin typeface="Consolas" panose="020B0609020204030204" pitchFamily="49" charset="0"/>
              </a:rPr>
              <a:t>base1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sz="1400" dirty="0">
                <a:solidFill>
                  <a:srgbClr val="001080"/>
                </a:solidFill>
                <a:latin typeface="Consolas" panose="020B0609020204030204" pitchFamily="49" charset="0"/>
              </a:rPr>
              <a:t>pow1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sz="1400" dirty="0">
                <a:solidFill>
                  <a:srgbClr val="001080"/>
                </a:solidFill>
                <a:latin typeface="Consolas" panose="020B0609020204030204" pitchFamily="49" charset="0"/>
              </a:rPr>
              <a:t>res1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algn="l"/>
            <a:b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 </a:t>
            </a:r>
            <a:r>
              <a:rPr lang="en-US" sz="1400" dirty="0" err="1">
                <a:solidFill>
                  <a:srgbClr val="001080"/>
                </a:solidFill>
                <a:latin typeface="Consolas" panose="020B0609020204030204" pitchFamily="49" charset="0"/>
              </a:rPr>
              <a:t>Console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400" dirty="0" err="1">
                <a:solidFill>
                  <a:srgbClr val="795E26"/>
                </a:solidFill>
                <a:latin typeface="Consolas" panose="020B0609020204030204" pitchFamily="49" charset="0"/>
              </a:rPr>
              <a:t>WriteLine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"Enter base and power:"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algn="l"/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 </a:t>
            </a:r>
            <a:r>
              <a:rPr lang="en-US" sz="1400" dirty="0">
                <a:solidFill>
                  <a:srgbClr val="001080"/>
                </a:solidFill>
                <a:latin typeface="Consolas" panose="020B0609020204030204" pitchFamily="49" charset="0"/>
              </a:rPr>
              <a:t>base2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= </a:t>
            </a:r>
            <a:r>
              <a:rPr lang="en-US" sz="1400" dirty="0" err="1">
                <a:solidFill>
                  <a:srgbClr val="001080"/>
                </a:solidFill>
                <a:latin typeface="Consolas" panose="020B0609020204030204" pitchFamily="49" charset="0"/>
              </a:rPr>
              <a:t>int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400" dirty="0" err="1">
                <a:solidFill>
                  <a:srgbClr val="795E26"/>
                </a:solidFill>
                <a:latin typeface="Consolas" panose="020B0609020204030204" pitchFamily="49" charset="0"/>
              </a:rPr>
              <a:t>Parse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 err="1">
                <a:solidFill>
                  <a:srgbClr val="001080"/>
                </a:solidFill>
                <a:latin typeface="Consolas" panose="020B0609020204030204" pitchFamily="49" charset="0"/>
              </a:rPr>
              <a:t>Console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400" dirty="0" err="1">
                <a:solidFill>
                  <a:srgbClr val="795E26"/>
                </a:solidFill>
                <a:latin typeface="Consolas" panose="020B0609020204030204" pitchFamily="49" charset="0"/>
              </a:rPr>
              <a:t>ReadLine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());</a:t>
            </a:r>
          </a:p>
          <a:p>
            <a:pPr algn="l"/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 </a:t>
            </a:r>
            <a:r>
              <a:rPr lang="en-US" sz="1400" dirty="0">
                <a:solidFill>
                  <a:srgbClr val="001080"/>
                </a:solidFill>
                <a:latin typeface="Consolas" panose="020B0609020204030204" pitchFamily="49" charset="0"/>
              </a:rPr>
              <a:t>pow2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= </a:t>
            </a:r>
            <a:r>
              <a:rPr lang="en-US" sz="1400" dirty="0" err="1">
                <a:solidFill>
                  <a:srgbClr val="001080"/>
                </a:solidFill>
                <a:latin typeface="Consolas" panose="020B0609020204030204" pitchFamily="49" charset="0"/>
              </a:rPr>
              <a:t>int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400" dirty="0" err="1">
                <a:solidFill>
                  <a:srgbClr val="795E26"/>
                </a:solidFill>
                <a:latin typeface="Consolas" panose="020B0609020204030204" pitchFamily="49" charset="0"/>
              </a:rPr>
              <a:t>Parse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 err="1">
                <a:solidFill>
                  <a:srgbClr val="001080"/>
                </a:solidFill>
                <a:latin typeface="Consolas" panose="020B0609020204030204" pitchFamily="49" charset="0"/>
              </a:rPr>
              <a:t>Console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400" dirty="0" err="1">
                <a:solidFill>
                  <a:srgbClr val="795E26"/>
                </a:solidFill>
                <a:latin typeface="Consolas" panose="020B0609020204030204" pitchFamily="49" charset="0"/>
              </a:rPr>
              <a:t>ReadLine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());</a:t>
            </a:r>
          </a:p>
          <a:p>
            <a:pPr algn="l"/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 </a:t>
            </a:r>
            <a:r>
              <a:rPr lang="en-US" sz="1400" dirty="0">
                <a:solidFill>
                  <a:srgbClr val="001080"/>
                </a:solidFill>
                <a:latin typeface="Consolas" panose="020B0609020204030204" pitchFamily="49" charset="0"/>
              </a:rPr>
              <a:t>res2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= </a:t>
            </a:r>
            <a:r>
              <a:rPr lang="en-US" sz="1400" dirty="0">
                <a:solidFill>
                  <a:srgbClr val="09885A"/>
                </a:solidFill>
                <a:latin typeface="Consolas" panose="020B0609020204030204" pitchFamily="49" charset="0"/>
              </a:rPr>
              <a:t>1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algn="l"/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 </a:t>
            </a:r>
            <a:r>
              <a:rPr lang="en-US" sz="1400" dirty="0">
                <a:solidFill>
                  <a:srgbClr val="AF00DB"/>
                </a:solidFill>
                <a:latin typeface="Consolas" panose="020B0609020204030204" pitchFamily="49" charset="0"/>
              </a:rPr>
              <a:t>for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(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1400" dirty="0" err="1">
                <a:solidFill>
                  <a:srgbClr val="001080"/>
                </a:solidFill>
                <a:latin typeface="Consolas" panose="020B0609020204030204" pitchFamily="49" charset="0"/>
              </a:rPr>
              <a:t>i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= </a:t>
            </a:r>
            <a:r>
              <a:rPr lang="en-US" sz="1400" dirty="0">
                <a:solidFill>
                  <a:srgbClr val="09885A"/>
                </a:solidFill>
                <a:latin typeface="Consolas" panose="020B0609020204030204" pitchFamily="49" charset="0"/>
              </a:rPr>
              <a:t>0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; </a:t>
            </a:r>
            <a:r>
              <a:rPr lang="en-US" sz="1400" dirty="0" err="1">
                <a:solidFill>
                  <a:srgbClr val="001080"/>
                </a:solidFill>
                <a:latin typeface="Consolas" panose="020B0609020204030204" pitchFamily="49" charset="0"/>
              </a:rPr>
              <a:t>i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&lt; </a:t>
            </a:r>
            <a:r>
              <a:rPr lang="en-US" sz="1400" dirty="0">
                <a:solidFill>
                  <a:srgbClr val="001080"/>
                </a:solidFill>
                <a:latin typeface="Consolas" panose="020B0609020204030204" pitchFamily="49" charset="0"/>
              </a:rPr>
              <a:t>pow2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; </a:t>
            </a:r>
            <a:r>
              <a:rPr lang="en-US" sz="1400" dirty="0" err="1">
                <a:solidFill>
                  <a:srgbClr val="001080"/>
                </a:solidFill>
                <a:latin typeface="Consolas" panose="020B0609020204030204" pitchFamily="49" charset="0"/>
              </a:rPr>
              <a:t>i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++){</a:t>
            </a:r>
          </a:p>
          <a:p>
            <a:pPr algn="l"/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   </a:t>
            </a:r>
            <a:r>
              <a:rPr lang="en-US" sz="1400" dirty="0">
                <a:solidFill>
                  <a:srgbClr val="001080"/>
                </a:solidFill>
                <a:latin typeface="Consolas" panose="020B0609020204030204" pitchFamily="49" charset="0"/>
              </a:rPr>
              <a:t>res2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*= </a:t>
            </a:r>
            <a:r>
              <a:rPr lang="en-US" sz="1400" dirty="0">
                <a:solidFill>
                  <a:srgbClr val="001080"/>
                </a:solidFill>
                <a:latin typeface="Consolas" panose="020B0609020204030204" pitchFamily="49" charset="0"/>
              </a:rPr>
              <a:t>base2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algn="l"/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 }</a:t>
            </a:r>
          </a:p>
          <a:p>
            <a:pPr algn="l"/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 </a:t>
            </a:r>
            <a:r>
              <a:rPr lang="en-US" sz="1400" dirty="0" err="1">
                <a:solidFill>
                  <a:srgbClr val="001080"/>
                </a:solidFill>
                <a:latin typeface="Consolas" panose="020B0609020204030204" pitchFamily="49" charset="0"/>
              </a:rPr>
              <a:t>Console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400" dirty="0" err="1">
                <a:solidFill>
                  <a:srgbClr val="795E26"/>
                </a:solidFill>
                <a:latin typeface="Consolas" panose="020B0609020204030204" pitchFamily="49" charset="0"/>
              </a:rPr>
              <a:t>WriteLine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"{0}^{1}={2}"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sz="1400" dirty="0">
                <a:solidFill>
                  <a:srgbClr val="001080"/>
                </a:solidFill>
                <a:latin typeface="Consolas" panose="020B0609020204030204" pitchFamily="49" charset="0"/>
              </a:rPr>
              <a:t>base2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sz="1400" dirty="0">
                <a:solidFill>
                  <a:srgbClr val="001080"/>
                </a:solidFill>
                <a:latin typeface="Consolas" panose="020B0609020204030204" pitchFamily="49" charset="0"/>
              </a:rPr>
              <a:t>pow2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sz="1400" dirty="0">
                <a:solidFill>
                  <a:srgbClr val="001080"/>
                </a:solidFill>
                <a:latin typeface="Consolas" panose="020B0609020204030204" pitchFamily="49" charset="0"/>
              </a:rPr>
              <a:t>res2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algn="l"/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1267" name="Title 1">
            <a:extLst>
              <a:ext uri="{FF2B5EF4-FFF2-40B4-BE49-F238E27FC236}">
                <a16:creationId xmlns:a16="http://schemas.microsoft.com/office/drawing/2014/main" id="{EA57458B-FC26-4ABE-8C28-02A152E462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775" y="228600"/>
            <a:ext cx="8153400" cy="990600"/>
          </a:xfrm>
        </p:spPr>
        <p:txBody>
          <a:bodyPr/>
          <a:lstStyle/>
          <a:p>
            <a:pPr algn="r" eaLnBrk="1" hangingPunct="1"/>
            <a:r>
              <a:rPr lang="he-IL" altLang="he-IL"/>
              <a:t>דוגמא לשכפול קוד: חישוב חזקה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B0D8A5C-F31A-4FA9-9B5A-DB669B8E09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95601" y="3505200"/>
            <a:ext cx="19812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 eaLnBrk="1" hangingPunct="1"/>
            <a:r>
              <a:rPr lang="he-IL" altLang="he-IL"/>
              <a:t>חישוב חזקה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E59D7C6-821D-46C0-9769-AE145E6041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71800" y="5486400"/>
            <a:ext cx="19812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 eaLnBrk="1" hangingPunct="1"/>
            <a:r>
              <a:rPr lang="he-IL" altLang="he-IL" dirty="0"/>
              <a:t>חישוב חזקה</a:t>
            </a:r>
          </a:p>
        </p:txBody>
      </p:sp>
      <p:sp>
        <p:nvSpPr>
          <p:cNvPr id="10" name="Right Brace 9">
            <a:extLst>
              <a:ext uri="{FF2B5EF4-FFF2-40B4-BE49-F238E27FC236}">
                <a16:creationId xmlns:a16="http://schemas.microsoft.com/office/drawing/2014/main" id="{BDA7DAA1-D638-4321-9DEA-267DFA1BC8A7}"/>
              </a:ext>
            </a:extLst>
          </p:cNvPr>
          <p:cNvSpPr>
            <a:spLocks/>
          </p:cNvSpPr>
          <p:nvPr/>
        </p:nvSpPr>
        <p:spPr bwMode="auto">
          <a:xfrm>
            <a:off x="3352801" y="3505200"/>
            <a:ext cx="228600" cy="457200"/>
          </a:xfrm>
          <a:prstGeom prst="rightBrace">
            <a:avLst>
              <a:gd name="adj1" fmla="val 8343"/>
              <a:gd name="adj2" fmla="val 50000"/>
            </a:avLst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 eaLnBrk="1" hangingPunct="1"/>
            <a:endParaRPr lang="he-IL" altLang="he-IL">
              <a:latin typeface="Verdana" panose="020B0604030504040204" pitchFamily="34" charset="0"/>
            </a:endParaRPr>
          </a:p>
        </p:txBody>
      </p:sp>
      <p:sp>
        <p:nvSpPr>
          <p:cNvPr id="11" name="Right Brace 10">
            <a:extLst>
              <a:ext uri="{FF2B5EF4-FFF2-40B4-BE49-F238E27FC236}">
                <a16:creationId xmlns:a16="http://schemas.microsoft.com/office/drawing/2014/main" id="{F1632E8A-31C5-4037-B003-4EBF607E927B}"/>
              </a:ext>
            </a:extLst>
          </p:cNvPr>
          <p:cNvSpPr>
            <a:spLocks/>
          </p:cNvSpPr>
          <p:nvPr/>
        </p:nvSpPr>
        <p:spPr bwMode="auto">
          <a:xfrm>
            <a:off x="3429000" y="5486400"/>
            <a:ext cx="228600" cy="381000"/>
          </a:xfrm>
          <a:prstGeom prst="rightBrace">
            <a:avLst>
              <a:gd name="adj1" fmla="val 8341"/>
              <a:gd name="adj2" fmla="val 50000"/>
            </a:avLst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 eaLnBrk="1" hangingPunct="1"/>
            <a:endParaRPr lang="he-IL" altLang="he-IL">
              <a:latin typeface="Verdana" panose="020B0604030504040204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2B118B5-2D2E-4642-BF42-B2CDED642B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0" y="1600200"/>
            <a:ext cx="3581400" cy="14478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1" eaLnBrk="1" hangingPunct="1"/>
            <a:r>
              <a:rPr lang="he-IL" altLang="he-IL" b="1">
                <a:solidFill>
                  <a:schemeClr val="bg1"/>
                </a:solidFill>
                <a:latin typeface="Verdana" panose="020B0604030504040204" pitchFamily="34" charset="0"/>
              </a:rPr>
              <a:t>רצף הפעולות לחישוב חזקה זהה, רק כל פעם ביצענו את הפעולות על ערכים שונים </a:t>
            </a:r>
            <a:r>
              <a:rPr lang="he-IL" altLang="he-IL" b="1">
                <a:solidFill>
                  <a:schemeClr val="bg1"/>
                </a:solidFill>
                <a:latin typeface="Verdana" panose="020B0604030504040204" pitchFamily="34" charset="0"/>
                <a:sym typeface="Wingdings" panose="05000000000000000000" pitchFamily="2" charset="2"/>
              </a:rPr>
              <a:t> שכפול קוד!</a:t>
            </a:r>
          </a:p>
          <a:p>
            <a:pPr algn="ctr" rtl="1" eaLnBrk="1" hangingPunct="1"/>
            <a:r>
              <a:rPr lang="he-IL" altLang="he-IL" b="1">
                <a:solidFill>
                  <a:schemeClr val="bg1"/>
                </a:solidFill>
                <a:latin typeface="Verdana" panose="020B0604030504040204" pitchFamily="34" charset="0"/>
                <a:sym typeface="Wingdings" panose="05000000000000000000" pitchFamily="2" charset="2"/>
              </a:rPr>
              <a:t>מי שקורא את ה- </a:t>
            </a:r>
            <a:r>
              <a:rPr lang="en-US" altLang="he-IL" b="1">
                <a:solidFill>
                  <a:schemeClr val="bg1"/>
                </a:solidFill>
                <a:latin typeface="Verdana" panose="020B0604030504040204" pitchFamily="34" charset="0"/>
                <a:sym typeface="Wingdings" panose="05000000000000000000" pitchFamily="2" charset="2"/>
              </a:rPr>
              <a:t>main</a:t>
            </a:r>
            <a:r>
              <a:rPr lang="he-IL" altLang="he-IL" b="1">
                <a:solidFill>
                  <a:schemeClr val="bg1"/>
                </a:solidFill>
                <a:latin typeface="Verdana" panose="020B0604030504040204" pitchFamily="34" charset="0"/>
                <a:sym typeface="Wingdings" panose="05000000000000000000" pitchFamily="2" charset="2"/>
              </a:rPr>
              <a:t> צריך להבין מה התפקיד של כל לולאה...</a:t>
            </a:r>
            <a:endParaRPr lang="he-IL" altLang="he-IL" b="1">
              <a:solidFill>
                <a:schemeClr val="bg1"/>
              </a:solidFill>
              <a:latin typeface="Verdana" panose="020B0604030504040204" pitchFamily="34" charset="0"/>
            </a:endParaRPr>
          </a:p>
        </p:txBody>
      </p:sp>
      <p:pic>
        <p:nvPicPr>
          <p:cNvPr id="11273" name="Picture 4">
            <a:extLst>
              <a:ext uri="{FF2B5EF4-FFF2-40B4-BE49-F238E27FC236}">
                <a16:creationId xmlns:a16="http://schemas.microsoft.com/office/drawing/2014/main" id="{7849B924-A2ED-4C01-9DB1-F4D71EB646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48400" y="3124200"/>
            <a:ext cx="2657475" cy="1527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" name="Slide Number Placeholder 3">
            <a:extLst>
              <a:ext uri="{FF2B5EF4-FFF2-40B4-BE49-F238E27FC236}">
                <a16:creationId xmlns:a16="http://schemas.microsoft.com/office/drawing/2014/main" id="{94B3C3C8-A33A-468A-BBE7-683915D01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80000"/>
              </a:lnSpc>
            </a:pPr>
            <a:fld id="{D1E09A1F-496F-48B3-8C4D-AD88252B6B36}" type="slidenum">
              <a:rPr lang="he-IL" altLang="he-IL" sz="1200">
                <a:solidFill>
                  <a:srgbClr val="FFFFFF"/>
                </a:solidFill>
              </a:rPr>
              <a:pPr eaLnBrk="1" hangingPunct="1">
                <a:lnSpc>
                  <a:spcPct val="80000"/>
                </a:lnSpc>
              </a:pPr>
              <a:t>3</a:t>
            </a:fld>
            <a:endParaRPr lang="en-US" altLang="he-IL" sz="1200">
              <a:solidFill>
                <a:srgbClr val="FFFFFF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 animBg="1"/>
      <p:bldP spid="11" grpId="0" animBg="1"/>
      <p:bldP spid="12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3">
            <a:extLst>
              <a:ext uri="{FF2B5EF4-FFF2-40B4-BE49-F238E27FC236}">
                <a16:creationId xmlns:a16="http://schemas.microsoft.com/office/drawing/2014/main" id="{0B73B0CA-8D35-454C-80B7-8A8B6D4A8FD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12775" y="1600200"/>
            <a:ext cx="8153400" cy="4495800"/>
          </a:xfrm>
        </p:spPr>
        <p:txBody>
          <a:bodyPr/>
          <a:lstStyle/>
          <a:p>
            <a:pPr algn="r" rtl="1" eaLnBrk="1" hangingPunct="1">
              <a:lnSpc>
                <a:spcPct val="90000"/>
              </a:lnSpc>
            </a:pPr>
            <a:r>
              <a:rPr lang="he-IL" altLang="he-IL" dirty="0"/>
              <a:t>פונקציה היא אוסף הוראות לביצוע שמממשות רעיון משותף</a:t>
            </a:r>
          </a:p>
          <a:p>
            <a:pPr algn="r" rtl="1" eaLnBrk="1" hangingPunct="1">
              <a:lnSpc>
                <a:spcPct val="90000"/>
              </a:lnSpc>
            </a:pPr>
            <a:endParaRPr lang="he-IL" altLang="he-IL" dirty="0"/>
          </a:p>
          <a:p>
            <a:pPr algn="r" rtl="1" eaLnBrk="1" hangingPunct="1">
              <a:lnSpc>
                <a:spcPct val="90000"/>
              </a:lnSpc>
            </a:pPr>
            <a:r>
              <a:rPr lang="he-IL" altLang="he-IL" dirty="0"/>
              <a:t>ראינו פונקציות בעבר: </a:t>
            </a:r>
            <a:r>
              <a:rPr lang="en-US" altLang="he-IL" dirty="0" err="1"/>
              <a:t>Console.Write</a:t>
            </a:r>
            <a:r>
              <a:rPr lang="en-US" altLang="he-IL" dirty="0"/>
              <a:t>, </a:t>
            </a:r>
            <a:r>
              <a:rPr lang="en-US" altLang="he-IL" dirty="0" err="1"/>
              <a:t>int.Parse</a:t>
            </a:r>
            <a:r>
              <a:rPr lang="en-US" altLang="he-IL" dirty="0"/>
              <a:t> </a:t>
            </a:r>
            <a:r>
              <a:rPr lang="he-IL" altLang="he-IL" dirty="0"/>
              <a:t> ועוד</a:t>
            </a:r>
          </a:p>
          <a:p>
            <a:pPr lvl="1" algn="r" rtl="1" eaLnBrk="1" hangingPunct="1">
              <a:lnSpc>
                <a:spcPct val="90000"/>
              </a:lnSpc>
            </a:pPr>
            <a:r>
              <a:rPr lang="he-IL" altLang="he-IL" dirty="0"/>
              <a:t>גם ה- </a:t>
            </a:r>
            <a:r>
              <a:rPr lang="en-US" altLang="he-IL" dirty="0"/>
              <a:t>main</a:t>
            </a:r>
            <a:r>
              <a:rPr lang="he-IL" altLang="he-IL" dirty="0"/>
              <a:t> שאנחנו כותבים הוא פונקציה</a:t>
            </a:r>
          </a:p>
          <a:p>
            <a:pPr algn="r" rtl="1" eaLnBrk="1" hangingPunct="1">
              <a:lnSpc>
                <a:spcPct val="90000"/>
              </a:lnSpc>
            </a:pPr>
            <a:endParaRPr lang="he-IL" altLang="he-IL" dirty="0"/>
          </a:p>
          <a:p>
            <a:pPr algn="r" rtl="1" eaLnBrk="1" hangingPunct="1">
              <a:lnSpc>
                <a:spcPct val="90000"/>
              </a:lnSpc>
            </a:pPr>
            <a:r>
              <a:rPr lang="he-IL" altLang="he-IL" dirty="0"/>
              <a:t>עבורנו פונקציות אלו הן "קופסא שחורה", ואנו רק יודעים </a:t>
            </a:r>
            <a:r>
              <a:rPr lang="he-IL" altLang="he-IL" b="1" dirty="0"/>
              <a:t>מה</a:t>
            </a:r>
            <a:r>
              <a:rPr lang="he-IL" altLang="he-IL" dirty="0"/>
              <a:t> הן עושות, אבל לא יודעים </a:t>
            </a:r>
            <a:r>
              <a:rPr lang="he-IL" altLang="he-IL" b="1" dirty="0"/>
              <a:t>איך</a:t>
            </a:r>
            <a:r>
              <a:rPr lang="he-IL" altLang="he-IL" dirty="0"/>
              <a:t>, כלומר מהו אוסף הפעולות המבוצעות</a:t>
            </a:r>
          </a:p>
          <a:p>
            <a:pPr algn="r" rtl="1" eaLnBrk="1" hangingPunct="1">
              <a:lnSpc>
                <a:spcPct val="90000"/>
              </a:lnSpc>
            </a:pPr>
            <a:endParaRPr lang="he-IL" altLang="he-IL" dirty="0"/>
          </a:p>
          <a:p>
            <a:pPr algn="r" rtl="1" eaLnBrk="1" hangingPunct="1">
              <a:lnSpc>
                <a:spcPct val="90000"/>
              </a:lnSpc>
            </a:pPr>
            <a:endParaRPr lang="en-US" altLang="he-IL" dirty="0"/>
          </a:p>
        </p:txBody>
      </p:sp>
      <p:sp>
        <p:nvSpPr>
          <p:cNvPr id="12291" name="Rectangle 2">
            <a:extLst>
              <a:ext uri="{FF2B5EF4-FFF2-40B4-BE49-F238E27FC236}">
                <a16:creationId xmlns:a16="http://schemas.microsoft.com/office/drawing/2014/main" id="{499B9B9D-1372-4546-B07B-1438456B0E0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12775" y="228600"/>
            <a:ext cx="8153400" cy="990600"/>
          </a:xfrm>
        </p:spPr>
        <p:txBody>
          <a:bodyPr/>
          <a:lstStyle/>
          <a:p>
            <a:pPr algn="r" eaLnBrk="1" hangingPunct="1"/>
            <a:r>
              <a:rPr lang="he-IL" altLang="he-IL"/>
              <a:t>מהי פונקציה</a:t>
            </a:r>
            <a:endParaRPr lang="en-US" altLang="he-IL"/>
          </a:p>
        </p:txBody>
      </p:sp>
      <p:sp>
        <p:nvSpPr>
          <p:cNvPr id="7174" name="Rectangle 6">
            <a:extLst>
              <a:ext uri="{FF2B5EF4-FFF2-40B4-BE49-F238E27FC236}">
                <a16:creationId xmlns:a16="http://schemas.microsoft.com/office/drawing/2014/main" id="{0D394D94-E55E-47C7-B4D4-E21394CD59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6096000"/>
            <a:ext cx="4038600" cy="4572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 eaLnBrk="1" hangingPunct="1"/>
            <a:r>
              <a:rPr lang="he-IL" altLang="he-IL" b="1">
                <a:solidFill>
                  <a:schemeClr val="bg1"/>
                </a:solidFill>
              </a:rPr>
              <a:t>בשיעור זה נלמד לכתוב פונקציות בעצמנו!</a:t>
            </a:r>
            <a:endParaRPr lang="en-US" altLang="he-IL" b="1">
              <a:solidFill>
                <a:schemeClr val="bg1"/>
              </a:solidFill>
            </a:endParaRP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BAC213A4-2E26-4AD5-8B59-9E1BAF2E88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80000"/>
              </a:lnSpc>
            </a:pPr>
            <a:fld id="{784BEE77-1636-4408-ADDF-9749A19B74B5}" type="slidenum">
              <a:rPr lang="he-IL" altLang="he-IL" sz="1200">
                <a:solidFill>
                  <a:srgbClr val="FFFFFF"/>
                </a:solidFill>
              </a:rPr>
              <a:pPr eaLnBrk="1" hangingPunct="1">
                <a:lnSpc>
                  <a:spcPct val="80000"/>
                </a:lnSpc>
              </a:pPr>
              <a:t>4</a:t>
            </a:fld>
            <a:endParaRPr lang="en-US" altLang="he-IL" sz="1200">
              <a:solidFill>
                <a:srgbClr val="FFFFFF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7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74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לבן 1">
            <a:extLst>
              <a:ext uri="{FF2B5EF4-FFF2-40B4-BE49-F238E27FC236}">
                <a16:creationId xmlns:a16="http://schemas.microsoft.com/office/drawing/2014/main" id="{CF5B99BD-A4FA-40EE-951D-FBF26357AE47}"/>
              </a:ext>
            </a:extLst>
          </p:cNvPr>
          <p:cNvSpPr/>
          <p:nvPr/>
        </p:nvSpPr>
        <p:spPr>
          <a:xfrm>
            <a:off x="-380999" y="1752600"/>
            <a:ext cx="6858000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static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1200" dirty="0">
                <a:solidFill>
                  <a:srgbClr val="795E26"/>
                </a:solidFill>
                <a:latin typeface="Consolas" panose="020B0609020204030204" pitchFamily="49" charset="0"/>
              </a:rPr>
              <a:t>Pow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1200" dirty="0">
                <a:solidFill>
                  <a:srgbClr val="001080"/>
                </a:solidFill>
                <a:latin typeface="Consolas" panose="020B0609020204030204" pitchFamily="49" charset="0"/>
              </a:rPr>
              <a:t>basis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1200" dirty="0">
                <a:solidFill>
                  <a:srgbClr val="001080"/>
                </a:solidFill>
                <a:latin typeface="Consolas" panose="020B0609020204030204" pitchFamily="49" charset="0"/>
              </a:rPr>
              <a:t>exponent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pPr algn="l"/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{</a:t>
            </a:r>
          </a:p>
          <a:p>
            <a:pPr algn="l"/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    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1200" dirty="0">
                <a:solidFill>
                  <a:srgbClr val="001080"/>
                </a:solidFill>
                <a:latin typeface="Consolas" panose="020B0609020204030204" pitchFamily="49" charset="0"/>
              </a:rPr>
              <a:t>res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= </a:t>
            </a:r>
            <a:r>
              <a:rPr lang="en-US" sz="1200" dirty="0">
                <a:solidFill>
                  <a:srgbClr val="09885A"/>
                </a:solidFill>
                <a:latin typeface="Consolas" panose="020B0609020204030204" pitchFamily="49" charset="0"/>
              </a:rPr>
              <a:t>1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algn="l"/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    </a:t>
            </a:r>
            <a:r>
              <a:rPr lang="en-US" sz="1200" dirty="0">
                <a:solidFill>
                  <a:srgbClr val="AF00DB"/>
                </a:solidFill>
                <a:latin typeface="Consolas" panose="020B0609020204030204" pitchFamily="49" charset="0"/>
              </a:rPr>
              <a:t>for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(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1200" dirty="0" err="1">
                <a:solidFill>
                  <a:srgbClr val="001080"/>
                </a:solidFill>
                <a:latin typeface="Consolas" panose="020B0609020204030204" pitchFamily="49" charset="0"/>
              </a:rPr>
              <a:t>i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= </a:t>
            </a:r>
            <a:r>
              <a:rPr lang="en-US" sz="1200" dirty="0">
                <a:solidFill>
                  <a:srgbClr val="09885A"/>
                </a:solidFill>
                <a:latin typeface="Consolas" panose="020B0609020204030204" pitchFamily="49" charset="0"/>
              </a:rPr>
              <a:t>0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 </a:t>
            </a:r>
            <a:r>
              <a:rPr lang="en-US" sz="1200" dirty="0" err="1">
                <a:solidFill>
                  <a:srgbClr val="001080"/>
                </a:solidFill>
                <a:latin typeface="Consolas" panose="020B0609020204030204" pitchFamily="49" charset="0"/>
              </a:rPr>
              <a:t>i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&lt; </a:t>
            </a:r>
            <a:r>
              <a:rPr lang="en-US" sz="1200" dirty="0">
                <a:solidFill>
                  <a:srgbClr val="001080"/>
                </a:solidFill>
                <a:latin typeface="Consolas" panose="020B0609020204030204" pitchFamily="49" charset="0"/>
              </a:rPr>
              <a:t>exponent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 </a:t>
            </a:r>
            <a:r>
              <a:rPr lang="en-US" sz="1200" dirty="0" err="1">
                <a:solidFill>
                  <a:srgbClr val="001080"/>
                </a:solidFill>
                <a:latin typeface="Consolas" panose="020B0609020204030204" pitchFamily="49" charset="0"/>
              </a:rPr>
              <a:t>i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++)</a:t>
            </a:r>
          </a:p>
          <a:p>
            <a:pPr algn="l"/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    {</a:t>
            </a:r>
          </a:p>
          <a:p>
            <a:pPr algn="l"/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        </a:t>
            </a:r>
            <a:r>
              <a:rPr lang="en-US" sz="1200" dirty="0">
                <a:solidFill>
                  <a:srgbClr val="001080"/>
                </a:solidFill>
                <a:latin typeface="Consolas" panose="020B0609020204030204" pitchFamily="49" charset="0"/>
              </a:rPr>
              <a:t>res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*= </a:t>
            </a:r>
            <a:r>
              <a:rPr lang="en-US" sz="1200" dirty="0">
                <a:solidFill>
                  <a:srgbClr val="001080"/>
                </a:solidFill>
                <a:latin typeface="Consolas" panose="020B0609020204030204" pitchFamily="49" charset="0"/>
              </a:rPr>
              <a:t>basis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algn="l"/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    }</a:t>
            </a:r>
          </a:p>
          <a:p>
            <a:pPr algn="l"/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    </a:t>
            </a:r>
            <a:r>
              <a:rPr lang="en-US" sz="1200" dirty="0">
                <a:solidFill>
                  <a:srgbClr val="AF00DB"/>
                </a:solidFill>
                <a:latin typeface="Consolas" panose="020B0609020204030204" pitchFamily="49" charset="0"/>
              </a:rPr>
              <a:t>return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1200" dirty="0">
                <a:solidFill>
                  <a:srgbClr val="001080"/>
                </a:solidFill>
                <a:latin typeface="Consolas" panose="020B0609020204030204" pitchFamily="49" charset="0"/>
              </a:rPr>
              <a:t>res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algn="l"/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}</a:t>
            </a:r>
          </a:p>
          <a:p>
            <a:pPr algn="l"/>
            <a:b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static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1200" dirty="0">
                <a:solidFill>
                  <a:srgbClr val="795E26"/>
                </a:solidFill>
                <a:latin typeface="Consolas" panose="020B0609020204030204" pitchFamily="49" charset="0"/>
              </a:rPr>
              <a:t>Main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string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[] </a:t>
            </a:r>
            <a:r>
              <a:rPr lang="en-US" sz="1200" dirty="0" err="1">
                <a:solidFill>
                  <a:srgbClr val="001080"/>
                </a:solidFill>
                <a:latin typeface="Consolas" panose="020B0609020204030204" pitchFamily="49" charset="0"/>
              </a:rPr>
              <a:t>args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pPr algn="l"/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{</a:t>
            </a:r>
          </a:p>
          <a:p>
            <a:pPr algn="l"/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    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1200" dirty="0">
                <a:solidFill>
                  <a:srgbClr val="001080"/>
                </a:solidFill>
                <a:latin typeface="Consolas" panose="020B0609020204030204" pitchFamily="49" charset="0"/>
              </a:rPr>
              <a:t>base1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1200" dirty="0">
                <a:solidFill>
                  <a:srgbClr val="001080"/>
                </a:solidFill>
                <a:latin typeface="Consolas" panose="020B0609020204030204" pitchFamily="49" charset="0"/>
              </a:rPr>
              <a:t>pow1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1200" dirty="0">
                <a:solidFill>
                  <a:srgbClr val="001080"/>
                </a:solidFill>
                <a:latin typeface="Consolas" panose="020B0609020204030204" pitchFamily="49" charset="0"/>
              </a:rPr>
              <a:t>res1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algn="l"/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    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1200" dirty="0">
                <a:solidFill>
                  <a:srgbClr val="001080"/>
                </a:solidFill>
                <a:latin typeface="Consolas" panose="020B0609020204030204" pitchFamily="49" charset="0"/>
              </a:rPr>
              <a:t>base2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1200" dirty="0">
                <a:solidFill>
                  <a:srgbClr val="001080"/>
                </a:solidFill>
                <a:latin typeface="Consolas" panose="020B0609020204030204" pitchFamily="49" charset="0"/>
              </a:rPr>
              <a:t>pow2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1200" dirty="0">
                <a:solidFill>
                  <a:srgbClr val="001080"/>
                </a:solidFill>
                <a:latin typeface="Consolas" panose="020B0609020204030204" pitchFamily="49" charset="0"/>
              </a:rPr>
              <a:t>res2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algn="l"/>
            <a:b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    </a:t>
            </a:r>
            <a:r>
              <a:rPr lang="en-US" sz="1200" dirty="0" err="1">
                <a:solidFill>
                  <a:srgbClr val="001080"/>
                </a:solidFill>
                <a:latin typeface="Consolas" panose="020B0609020204030204" pitchFamily="49" charset="0"/>
              </a:rPr>
              <a:t>Console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200" dirty="0" err="1">
                <a:solidFill>
                  <a:srgbClr val="795E26"/>
                </a:solidFill>
                <a:latin typeface="Consolas" panose="020B0609020204030204" pitchFamily="49" charset="0"/>
              </a:rPr>
              <a:t>WriteLine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</a:rPr>
              <a:t>"Enter base and power:"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algn="l"/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    </a:t>
            </a:r>
            <a:r>
              <a:rPr lang="en-US" sz="1200" dirty="0">
                <a:solidFill>
                  <a:srgbClr val="001080"/>
                </a:solidFill>
                <a:latin typeface="Consolas" panose="020B0609020204030204" pitchFamily="49" charset="0"/>
              </a:rPr>
              <a:t>base1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= </a:t>
            </a:r>
            <a:r>
              <a:rPr lang="en-US" sz="1200" dirty="0" err="1">
                <a:solidFill>
                  <a:srgbClr val="001080"/>
                </a:solidFill>
                <a:latin typeface="Consolas" panose="020B0609020204030204" pitchFamily="49" charset="0"/>
              </a:rPr>
              <a:t>int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200" dirty="0" err="1">
                <a:solidFill>
                  <a:srgbClr val="795E26"/>
                </a:solidFill>
                <a:latin typeface="Consolas" panose="020B0609020204030204" pitchFamily="49" charset="0"/>
              </a:rPr>
              <a:t>Parse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200" dirty="0" err="1">
                <a:solidFill>
                  <a:srgbClr val="001080"/>
                </a:solidFill>
                <a:latin typeface="Consolas" panose="020B0609020204030204" pitchFamily="49" charset="0"/>
              </a:rPr>
              <a:t>Console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200" dirty="0" err="1">
                <a:solidFill>
                  <a:srgbClr val="795E26"/>
                </a:solidFill>
                <a:latin typeface="Consolas" panose="020B0609020204030204" pitchFamily="49" charset="0"/>
              </a:rPr>
              <a:t>ReadLine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());</a:t>
            </a:r>
          </a:p>
          <a:p>
            <a:pPr algn="l"/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    </a:t>
            </a:r>
            <a:r>
              <a:rPr lang="en-US" sz="1200" dirty="0">
                <a:solidFill>
                  <a:srgbClr val="001080"/>
                </a:solidFill>
                <a:latin typeface="Consolas" panose="020B0609020204030204" pitchFamily="49" charset="0"/>
              </a:rPr>
              <a:t>pow1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= </a:t>
            </a:r>
            <a:r>
              <a:rPr lang="en-US" sz="1200" dirty="0" err="1">
                <a:solidFill>
                  <a:srgbClr val="001080"/>
                </a:solidFill>
                <a:latin typeface="Consolas" panose="020B0609020204030204" pitchFamily="49" charset="0"/>
              </a:rPr>
              <a:t>int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200" dirty="0" err="1">
                <a:solidFill>
                  <a:srgbClr val="795E26"/>
                </a:solidFill>
                <a:latin typeface="Consolas" panose="020B0609020204030204" pitchFamily="49" charset="0"/>
              </a:rPr>
              <a:t>Parse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200" dirty="0" err="1">
                <a:solidFill>
                  <a:srgbClr val="001080"/>
                </a:solidFill>
                <a:latin typeface="Consolas" panose="020B0609020204030204" pitchFamily="49" charset="0"/>
              </a:rPr>
              <a:t>Console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200" dirty="0" err="1">
                <a:solidFill>
                  <a:srgbClr val="795E26"/>
                </a:solidFill>
                <a:latin typeface="Consolas" panose="020B0609020204030204" pitchFamily="49" charset="0"/>
              </a:rPr>
              <a:t>ReadLine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());</a:t>
            </a:r>
          </a:p>
          <a:p>
            <a:pPr algn="l"/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    </a:t>
            </a:r>
            <a:r>
              <a:rPr lang="en-US" sz="1200" dirty="0">
                <a:solidFill>
                  <a:srgbClr val="001080"/>
                </a:solidFill>
                <a:latin typeface="Consolas" panose="020B0609020204030204" pitchFamily="49" charset="0"/>
              </a:rPr>
              <a:t>res1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= </a:t>
            </a:r>
            <a:r>
              <a:rPr lang="en-US" sz="1200" dirty="0">
                <a:solidFill>
                  <a:srgbClr val="795E26"/>
                </a:solidFill>
                <a:latin typeface="Consolas" panose="020B0609020204030204" pitchFamily="49" charset="0"/>
              </a:rPr>
              <a:t>Pow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200" dirty="0">
                <a:solidFill>
                  <a:srgbClr val="001080"/>
                </a:solidFill>
                <a:latin typeface="Consolas" panose="020B0609020204030204" pitchFamily="49" charset="0"/>
              </a:rPr>
              <a:t>base1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1200" dirty="0">
                <a:solidFill>
                  <a:srgbClr val="001080"/>
                </a:solidFill>
                <a:latin typeface="Consolas" panose="020B0609020204030204" pitchFamily="49" charset="0"/>
              </a:rPr>
              <a:t>pow1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algn="l"/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    </a:t>
            </a:r>
            <a:r>
              <a:rPr lang="en-US" sz="1200" dirty="0" err="1">
                <a:solidFill>
                  <a:srgbClr val="001080"/>
                </a:solidFill>
                <a:latin typeface="Consolas" panose="020B0609020204030204" pitchFamily="49" charset="0"/>
              </a:rPr>
              <a:t>Console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200" dirty="0" err="1">
                <a:solidFill>
                  <a:srgbClr val="795E26"/>
                </a:solidFill>
                <a:latin typeface="Consolas" panose="020B0609020204030204" pitchFamily="49" charset="0"/>
              </a:rPr>
              <a:t>WriteLine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</a:rPr>
              <a:t>"{0}^{1}={2}"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1200" dirty="0">
                <a:solidFill>
                  <a:srgbClr val="001080"/>
                </a:solidFill>
                <a:latin typeface="Consolas" panose="020B0609020204030204" pitchFamily="49" charset="0"/>
              </a:rPr>
              <a:t>base1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1200" dirty="0">
                <a:solidFill>
                  <a:srgbClr val="001080"/>
                </a:solidFill>
                <a:latin typeface="Consolas" panose="020B0609020204030204" pitchFamily="49" charset="0"/>
              </a:rPr>
              <a:t>pow1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1200" dirty="0">
                <a:solidFill>
                  <a:srgbClr val="001080"/>
                </a:solidFill>
                <a:latin typeface="Consolas" panose="020B0609020204030204" pitchFamily="49" charset="0"/>
              </a:rPr>
              <a:t>res1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algn="l"/>
            <a:b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    </a:t>
            </a:r>
            <a:r>
              <a:rPr lang="en-US" sz="1200" dirty="0" err="1">
                <a:solidFill>
                  <a:srgbClr val="001080"/>
                </a:solidFill>
                <a:latin typeface="Consolas" panose="020B0609020204030204" pitchFamily="49" charset="0"/>
              </a:rPr>
              <a:t>Console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200" dirty="0" err="1">
                <a:solidFill>
                  <a:srgbClr val="795E26"/>
                </a:solidFill>
                <a:latin typeface="Consolas" panose="020B0609020204030204" pitchFamily="49" charset="0"/>
              </a:rPr>
              <a:t>WriteLine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</a:rPr>
              <a:t>"Enter base and power:"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algn="l"/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    </a:t>
            </a:r>
            <a:r>
              <a:rPr lang="en-US" sz="1200" dirty="0">
                <a:solidFill>
                  <a:srgbClr val="001080"/>
                </a:solidFill>
                <a:latin typeface="Consolas" panose="020B0609020204030204" pitchFamily="49" charset="0"/>
              </a:rPr>
              <a:t>base2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= </a:t>
            </a:r>
            <a:r>
              <a:rPr lang="en-US" sz="1200" dirty="0" err="1">
                <a:solidFill>
                  <a:srgbClr val="001080"/>
                </a:solidFill>
                <a:latin typeface="Consolas" panose="020B0609020204030204" pitchFamily="49" charset="0"/>
              </a:rPr>
              <a:t>int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200" dirty="0" err="1">
                <a:solidFill>
                  <a:srgbClr val="795E26"/>
                </a:solidFill>
                <a:latin typeface="Consolas" panose="020B0609020204030204" pitchFamily="49" charset="0"/>
              </a:rPr>
              <a:t>Parse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200" dirty="0" err="1">
                <a:solidFill>
                  <a:srgbClr val="001080"/>
                </a:solidFill>
                <a:latin typeface="Consolas" panose="020B0609020204030204" pitchFamily="49" charset="0"/>
              </a:rPr>
              <a:t>Console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200" dirty="0" err="1">
                <a:solidFill>
                  <a:srgbClr val="795E26"/>
                </a:solidFill>
                <a:latin typeface="Consolas" panose="020B0609020204030204" pitchFamily="49" charset="0"/>
              </a:rPr>
              <a:t>ReadLine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());</a:t>
            </a:r>
          </a:p>
          <a:p>
            <a:pPr algn="l"/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    </a:t>
            </a:r>
            <a:r>
              <a:rPr lang="en-US" sz="1200" dirty="0">
                <a:solidFill>
                  <a:srgbClr val="001080"/>
                </a:solidFill>
                <a:latin typeface="Consolas" panose="020B0609020204030204" pitchFamily="49" charset="0"/>
              </a:rPr>
              <a:t>pow2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= </a:t>
            </a:r>
            <a:r>
              <a:rPr lang="en-US" sz="1200" dirty="0" err="1">
                <a:solidFill>
                  <a:srgbClr val="001080"/>
                </a:solidFill>
                <a:latin typeface="Consolas" panose="020B0609020204030204" pitchFamily="49" charset="0"/>
              </a:rPr>
              <a:t>int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200" dirty="0" err="1">
                <a:solidFill>
                  <a:srgbClr val="795E26"/>
                </a:solidFill>
                <a:latin typeface="Consolas" panose="020B0609020204030204" pitchFamily="49" charset="0"/>
              </a:rPr>
              <a:t>Parse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200" dirty="0" err="1">
                <a:solidFill>
                  <a:srgbClr val="001080"/>
                </a:solidFill>
                <a:latin typeface="Consolas" panose="020B0609020204030204" pitchFamily="49" charset="0"/>
              </a:rPr>
              <a:t>Console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200" dirty="0" err="1">
                <a:solidFill>
                  <a:srgbClr val="795E26"/>
                </a:solidFill>
                <a:latin typeface="Consolas" panose="020B0609020204030204" pitchFamily="49" charset="0"/>
              </a:rPr>
              <a:t>ReadLine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());</a:t>
            </a:r>
          </a:p>
          <a:p>
            <a:pPr algn="l"/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    </a:t>
            </a:r>
            <a:r>
              <a:rPr lang="en-US" sz="1200" dirty="0">
                <a:solidFill>
                  <a:srgbClr val="001080"/>
                </a:solidFill>
                <a:latin typeface="Consolas" panose="020B0609020204030204" pitchFamily="49" charset="0"/>
              </a:rPr>
              <a:t>res2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= </a:t>
            </a:r>
            <a:r>
              <a:rPr lang="en-US" sz="1200" dirty="0">
                <a:solidFill>
                  <a:srgbClr val="795E26"/>
                </a:solidFill>
                <a:latin typeface="Consolas" panose="020B0609020204030204" pitchFamily="49" charset="0"/>
              </a:rPr>
              <a:t>Pow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200" dirty="0">
                <a:solidFill>
                  <a:srgbClr val="001080"/>
                </a:solidFill>
                <a:latin typeface="Consolas" panose="020B0609020204030204" pitchFamily="49" charset="0"/>
              </a:rPr>
              <a:t>base2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1200" dirty="0">
                <a:solidFill>
                  <a:srgbClr val="001080"/>
                </a:solidFill>
                <a:latin typeface="Consolas" panose="020B0609020204030204" pitchFamily="49" charset="0"/>
              </a:rPr>
              <a:t>pow2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algn="l"/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    </a:t>
            </a:r>
            <a:r>
              <a:rPr lang="en-US" sz="1200" dirty="0" err="1">
                <a:solidFill>
                  <a:srgbClr val="001080"/>
                </a:solidFill>
                <a:latin typeface="Consolas" panose="020B0609020204030204" pitchFamily="49" charset="0"/>
              </a:rPr>
              <a:t>Console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200" dirty="0" err="1">
                <a:solidFill>
                  <a:srgbClr val="795E26"/>
                </a:solidFill>
                <a:latin typeface="Consolas" panose="020B0609020204030204" pitchFamily="49" charset="0"/>
              </a:rPr>
              <a:t>WriteLine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</a:rPr>
              <a:t>"{0}^{1}={2}"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1200" dirty="0">
                <a:solidFill>
                  <a:srgbClr val="001080"/>
                </a:solidFill>
                <a:latin typeface="Consolas" panose="020B0609020204030204" pitchFamily="49" charset="0"/>
              </a:rPr>
              <a:t>base2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1200" dirty="0">
                <a:solidFill>
                  <a:srgbClr val="001080"/>
                </a:solidFill>
                <a:latin typeface="Consolas" panose="020B0609020204030204" pitchFamily="49" charset="0"/>
              </a:rPr>
              <a:t>pow2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1200" dirty="0">
                <a:solidFill>
                  <a:srgbClr val="001080"/>
                </a:solidFill>
                <a:latin typeface="Consolas" panose="020B0609020204030204" pitchFamily="49" charset="0"/>
              </a:rPr>
              <a:t>res2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algn="l"/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}</a:t>
            </a: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5" name="Rectangular Callout 14">
            <a:extLst>
              <a:ext uri="{FF2B5EF4-FFF2-40B4-BE49-F238E27FC236}">
                <a16:creationId xmlns:a16="http://schemas.microsoft.com/office/drawing/2014/main" id="{EE58A8F9-A177-4647-B7B5-5F9B07287D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62600" y="5334000"/>
            <a:ext cx="3505200" cy="914400"/>
          </a:xfrm>
          <a:prstGeom prst="wedgeRectCallout">
            <a:avLst>
              <a:gd name="adj1" fmla="val -124208"/>
              <a:gd name="adj2" fmla="val -70139"/>
            </a:avLst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1" eaLnBrk="1" hangingPunct="1"/>
            <a:r>
              <a:rPr lang="he-IL" altLang="he-IL" b="1">
                <a:solidFill>
                  <a:schemeClr val="bg1"/>
                </a:solidFill>
                <a:latin typeface="Verdana" panose="020B0604030504040204" pitchFamily="34" charset="0"/>
              </a:rPr>
              <a:t>קריאה לפונקציה שיודעת לחשב </a:t>
            </a:r>
            <a:r>
              <a:rPr lang="en-US" altLang="he-IL" b="1">
                <a:solidFill>
                  <a:schemeClr val="bg1"/>
                </a:solidFill>
                <a:latin typeface="Verdana" panose="020B0604030504040204" pitchFamily="34" charset="0"/>
              </a:rPr>
              <a:t>pow</a:t>
            </a:r>
            <a:r>
              <a:rPr lang="he-IL" altLang="he-IL" b="1">
                <a:solidFill>
                  <a:schemeClr val="bg1"/>
                </a:solidFill>
                <a:latin typeface="Verdana" panose="020B0604030504040204" pitchFamily="34" charset="0"/>
              </a:rPr>
              <a:t>, פעם עם </a:t>
            </a:r>
            <a:r>
              <a:rPr lang="en-US" altLang="he-IL" b="1">
                <a:solidFill>
                  <a:schemeClr val="bg1"/>
                </a:solidFill>
                <a:latin typeface="Verdana" panose="020B0604030504040204" pitchFamily="34" charset="0"/>
              </a:rPr>
              <a:t>base1</a:t>
            </a:r>
            <a:r>
              <a:rPr lang="he-IL" altLang="he-IL" b="1">
                <a:solidFill>
                  <a:schemeClr val="bg1"/>
                </a:solidFill>
                <a:latin typeface="Verdana" panose="020B0604030504040204" pitchFamily="34" charset="0"/>
              </a:rPr>
              <a:t> ו- </a:t>
            </a:r>
            <a:r>
              <a:rPr lang="en-US" altLang="he-IL" b="1">
                <a:solidFill>
                  <a:schemeClr val="bg1"/>
                </a:solidFill>
                <a:latin typeface="Verdana" panose="020B0604030504040204" pitchFamily="34" charset="0"/>
              </a:rPr>
              <a:t>pow1</a:t>
            </a:r>
            <a:r>
              <a:rPr lang="he-IL" altLang="he-IL" b="1">
                <a:solidFill>
                  <a:schemeClr val="bg1"/>
                </a:solidFill>
                <a:latin typeface="Verdana" panose="020B0604030504040204" pitchFamily="34" charset="0"/>
              </a:rPr>
              <a:t>, ופעם עם </a:t>
            </a:r>
            <a:r>
              <a:rPr lang="en-US" altLang="he-IL" b="1">
                <a:solidFill>
                  <a:schemeClr val="bg1"/>
                </a:solidFill>
                <a:latin typeface="Verdana" panose="020B0604030504040204" pitchFamily="34" charset="0"/>
              </a:rPr>
              <a:t>base2</a:t>
            </a:r>
            <a:r>
              <a:rPr lang="he-IL" altLang="he-IL" b="1">
                <a:solidFill>
                  <a:schemeClr val="bg1"/>
                </a:solidFill>
                <a:latin typeface="Verdana" panose="020B0604030504040204" pitchFamily="34" charset="0"/>
              </a:rPr>
              <a:t> ו- </a:t>
            </a:r>
            <a:r>
              <a:rPr lang="en-US" altLang="he-IL" b="1">
                <a:solidFill>
                  <a:schemeClr val="bg1"/>
                </a:solidFill>
                <a:latin typeface="Verdana" panose="020B0604030504040204" pitchFamily="34" charset="0"/>
              </a:rPr>
              <a:t>pow2</a:t>
            </a:r>
            <a:endParaRPr lang="he-IL" altLang="he-IL" b="1">
              <a:solidFill>
                <a:schemeClr val="bg1"/>
              </a:solidFill>
              <a:latin typeface="Verdana" panose="020B0604030504040204" pitchFamily="34" charset="0"/>
            </a:endParaRPr>
          </a:p>
        </p:txBody>
      </p:sp>
      <p:sp>
        <p:nvSpPr>
          <p:cNvPr id="13316" name="Title 1">
            <a:extLst>
              <a:ext uri="{FF2B5EF4-FFF2-40B4-BE49-F238E27FC236}">
                <a16:creationId xmlns:a16="http://schemas.microsoft.com/office/drawing/2014/main" id="{8FB1A1DB-F477-4369-A086-EFE62ED4ED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775" y="228600"/>
            <a:ext cx="8153400" cy="990600"/>
          </a:xfrm>
        </p:spPr>
        <p:txBody>
          <a:bodyPr/>
          <a:lstStyle/>
          <a:p>
            <a:pPr algn="r" eaLnBrk="1" hangingPunct="1"/>
            <a:r>
              <a:rPr lang="he-IL" altLang="he-IL"/>
              <a:t>הדוגמא ללא שכפול קוד, קריאות טובה ומודולריות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27B64D8-78E6-474B-B9B0-9958100227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62600" y="3962400"/>
            <a:ext cx="3505200" cy="12192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1" eaLnBrk="1" hangingPunct="1"/>
            <a:r>
              <a:rPr lang="he-IL" altLang="he-IL" b="1">
                <a:solidFill>
                  <a:schemeClr val="bg1"/>
                </a:solidFill>
                <a:latin typeface="Verdana" panose="020B0604030504040204" pitchFamily="34" charset="0"/>
              </a:rPr>
              <a:t>עם השימוש בפונקציה הקוד קצר יותר וקריא יותר!</a:t>
            </a:r>
          </a:p>
          <a:p>
            <a:pPr algn="ctr" rtl="1" eaLnBrk="1" hangingPunct="1"/>
            <a:r>
              <a:rPr lang="he-IL" altLang="he-IL" b="1">
                <a:solidFill>
                  <a:schemeClr val="bg1"/>
                </a:solidFill>
                <a:latin typeface="Verdana" panose="020B0604030504040204" pitchFamily="34" charset="0"/>
              </a:rPr>
              <a:t>ה- </a:t>
            </a:r>
            <a:r>
              <a:rPr lang="en-US" altLang="he-IL" b="1">
                <a:solidFill>
                  <a:schemeClr val="bg1"/>
                </a:solidFill>
                <a:latin typeface="Verdana" panose="020B0604030504040204" pitchFamily="34" charset="0"/>
              </a:rPr>
              <a:t>main</a:t>
            </a:r>
            <a:r>
              <a:rPr lang="he-IL" altLang="he-IL" b="1">
                <a:solidFill>
                  <a:schemeClr val="bg1"/>
                </a:solidFill>
                <a:latin typeface="Verdana" panose="020B0604030504040204" pitchFamily="34" charset="0"/>
              </a:rPr>
              <a:t> כתוב ב"ראשי פרקים" וניתן להבין בקלות מה הוא מבצע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C2B02C59-D0D5-4B26-9E5F-E0B5F2B692BD}"/>
              </a:ext>
            </a:extLst>
          </p:cNvPr>
          <p:cNvCxnSpPr/>
          <p:nvPr/>
        </p:nvCxnSpPr>
        <p:spPr>
          <a:xfrm rot="10800000" flipV="1">
            <a:off x="2971800" y="5791200"/>
            <a:ext cx="2590800" cy="53340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6F908611-49D9-4833-A4D6-FE69CFD72513}"/>
              </a:ext>
            </a:extLst>
          </p:cNvPr>
          <p:cNvCxnSpPr/>
          <p:nvPr/>
        </p:nvCxnSpPr>
        <p:spPr>
          <a:xfrm rot="10800000">
            <a:off x="2895600" y="5181600"/>
            <a:ext cx="2667000" cy="60960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Slide Number Placeholder 3">
            <a:extLst>
              <a:ext uri="{FF2B5EF4-FFF2-40B4-BE49-F238E27FC236}">
                <a16:creationId xmlns:a16="http://schemas.microsoft.com/office/drawing/2014/main" id="{2DA755A6-0F61-4FD5-A052-4B90605D31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80000"/>
              </a:lnSpc>
            </a:pPr>
            <a:fld id="{761D46C6-2638-4263-8954-3DFC4F746F7A}" type="slidenum">
              <a:rPr lang="he-IL" altLang="he-IL" sz="1200">
                <a:solidFill>
                  <a:srgbClr val="FFFFFF"/>
                </a:solidFill>
              </a:rPr>
              <a:pPr eaLnBrk="1" hangingPunct="1">
                <a:lnSpc>
                  <a:spcPct val="80000"/>
                </a:lnSpc>
              </a:pPr>
              <a:t>5</a:t>
            </a:fld>
            <a:endParaRPr lang="en-US" altLang="he-IL" sz="1200">
              <a:solidFill>
                <a:srgbClr val="FFFFFF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C31C1FB-9C3F-4D0B-9095-B5C23D31328B}"/>
              </a:ext>
            </a:extLst>
          </p:cNvPr>
          <p:cNvSpPr/>
          <p:nvPr/>
        </p:nvSpPr>
        <p:spPr>
          <a:xfrm>
            <a:off x="1600200" y="1752600"/>
            <a:ext cx="2362200" cy="3048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6" name="AutoShape 4">
            <a:extLst>
              <a:ext uri="{FF2B5EF4-FFF2-40B4-BE49-F238E27FC236}">
                <a16:creationId xmlns:a16="http://schemas.microsoft.com/office/drawing/2014/main" id="{E183B815-AE50-446C-87B0-EBCDED0A09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24400" y="1524000"/>
            <a:ext cx="2743200" cy="609600"/>
          </a:xfrm>
          <a:prstGeom prst="wedgeRectCallout">
            <a:avLst>
              <a:gd name="adj1" fmla="val -79519"/>
              <a:gd name="adj2" fmla="val -11375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1" eaLnBrk="1" hangingPunct="1"/>
            <a:r>
              <a:rPr lang="he-IL" altLang="he-IL" b="1">
                <a:solidFill>
                  <a:schemeClr val="bg1"/>
                </a:solidFill>
              </a:rPr>
              <a:t>הנתונים שהפונקציה צריכה לקבל כדי לבצע את העבודה</a:t>
            </a:r>
            <a:endParaRPr lang="en-US" altLang="he-IL" b="1">
              <a:solidFill>
                <a:schemeClr val="bg1"/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3120E4D-7BC1-40A7-94DD-4D74AFEB6BC0}"/>
              </a:ext>
            </a:extLst>
          </p:cNvPr>
          <p:cNvSpPr/>
          <p:nvPr/>
        </p:nvSpPr>
        <p:spPr>
          <a:xfrm>
            <a:off x="1219200" y="1752600"/>
            <a:ext cx="381000" cy="3048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0" name="AutoShape 4">
            <a:extLst>
              <a:ext uri="{FF2B5EF4-FFF2-40B4-BE49-F238E27FC236}">
                <a16:creationId xmlns:a16="http://schemas.microsoft.com/office/drawing/2014/main" id="{29E71ECC-B406-445C-BE45-378437840F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99092" y="2166748"/>
            <a:ext cx="1524000" cy="381000"/>
          </a:xfrm>
          <a:prstGeom prst="wedgeRectCallout">
            <a:avLst>
              <a:gd name="adj1" fmla="val -258625"/>
              <a:gd name="adj2" fmla="val -126005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1" eaLnBrk="1" hangingPunct="1"/>
            <a:r>
              <a:rPr lang="he-IL" altLang="he-IL" b="1" dirty="0">
                <a:solidFill>
                  <a:schemeClr val="bg1"/>
                </a:solidFill>
              </a:rPr>
              <a:t>שם הפונקציה</a:t>
            </a:r>
            <a:endParaRPr lang="en-US" altLang="he-IL" b="1" dirty="0">
              <a:solidFill>
                <a:schemeClr val="bg1"/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A0D7B67-4C18-4670-AC95-A7EF8A0806D2}"/>
              </a:ext>
            </a:extLst>
          </p:cNvPr>
          <p:cNvSpPr/>
          <p:nvPr/>
        </p:nvSpPr>
        <p:spPr>
          <a:xfrm>
            <a:off x="914400" y="1752600"/>
            <a:ext cx="304800" cy="3048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3" name="AutoShape 4">
            <a:extLst>
              <a:ext uri="{FF2B5EF4-FFF2-40B4-BE49-F238E27FC236}">
                <a16:creationId xmlns:a16="http://schemas.microsoft.com/office/drawing/2014/main" id="{BEB8D695-9922-4A64-9AEF-7AB6CE2A18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24400" y="2667000"/>
            <a:ext cx="3657600" cy="381000"/>
          </a:xfrm>
          <a:prstGeom prst="wedgeRectCallout">
            <a:avLst>
              <a:gd name="adj1" fmla="val -147380"/>
              <a:gd name="adj2" fmla="val -247796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1" eaLnBrk="1" hangingPunct="1"/>
            <a:r>
              <a:rPr lang="he-IL" altLang="he-IL" b="1">
                <a:solidFill>
                  <a:schemeClr val="bg1"/>
                </a:solidFill>
              </a:rPr>
              <a:t>סוג טיפוס המידע שהפונקציה מחזירה</a:t>
            </a:r>
            <a:endParaRPr lang="en-US" altLang="he-IL" b="1">
              <a:solidFill>
                <a:schemeClr val="bg1"/>
              </a:solidFill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D5360C9-D409-4735-9F37-2B79CF0584B5}"/>
              </a:ext>
            </a:extLst>
          </p:cNvPr>
          <p:cNvSpPr/>
          <p:nvPr/>
        </p:nvSpPr>
        <p:spPr>
          <a:xfrm>
            <a:off x="533400" y="2362200"/>
            <a:ext cx="3352800" cy="6096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5" name="AutoShape 4">
            <a:extLst>
              <a:ext uri="{FF2B5EF4-FFF2-40B4-BE49-F238E27FC236}">
                <a16:creationId xmlns:a16="http://schemas.microsoft.com/office/drawing/2014/main" id="{5E0CEB99-13A9-4AA8-92EA-2791881EB7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24400" y="3124200"/>
            <a:ext cx="4114800" cy="381000"/>
          </a:xfrm>
          <a:prstGeom prst="wedgeRectCallout">
            <a:avLst>
              <a:gd name="adj1" fmla="val -70737"/>
              <a:gd name="adj2" fmla="val -103919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1" eaLnBrk="1" hangingPunct="1"/>
            <a:r>
              <a:rPr lang="he-IL" altLang="he-IL" b="1">
                <a:solidFill>
                  <a:schemeClr val="bg1"/>
                </a:solidFill>
              </a:rPr>
              <a:t>איך הפונקציה מבצעת את הפעולה הדרושה</a:t>
            </a:r>
            <a:endParaRPr lang="en-US" altLang="he-IL" b="1">
              <a:solidFill>
                <a:schemeClr val="bg1"/>
              </a:solidFill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2677A240-8275-45A7-9D1A-CDD05787DA47}"/>
              </a:ext>
            </a:extLst>
          </p:cNvPr>
          <p:cNvSpPr/>
          <p:nvPr/>
        </p:nvSpPr>
        <p:spPr>
          <a:xfrm>
            <a:off x="609600" y="3048000"/>
            <a:ext cx="1219200" cy="22066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7" name="AutoShape 4">
            <a:extLst>
              <a:ext uri="{FF2B5EF4-FFF2-40B4-BE49-F238E27FC236}">
                <a16:creationId xmlns:a16="http://schemas.microsoft.com/office/drawing/2014/main" id="{ACB89506-BF41-472E-9C3F-7DA7F849EB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00" y="2971800"/>
            <a:ext cx="1600200" cy="609600"/>
          </a:xfrm>
          <a:prstGeom prst="wedgeRectCallout">
            <a:avLst>
              <a:gd name="adj1" fmla="val -73546"/>
              <a:gd name="adj2" fmla="val -9139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1" eaLnBrk="1" hangingPunct="1"/>
            <a:r>
              <a:rPr lang="he-IL" altLang="he-IL" b="1">
                <a:solidFill>
                  <a:schemeClr val="bg1"/>
                </a:solidFill>
              </a:rPr>
              <a:t>הערך המוחזר ע"י הפונקציה</a:t>
            </a:r>
            <a:endParaRPr lang="en-US" altLang="he-IL" b="1">
              <a:solidFill>
                <a:schemeClr val="bg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F8C4A13-1A11-4D0A-A34A-2885B3196088}"/>
              </a:ext>
            </a:extLst>
          </p:cNvPr>
          <p:cNvSpPr/>
          <p:nvPr/>
        </p:nvSpPr>
        <p:spPr>
          <a:xfrm>
            <a:off x="232670" y="1711238"/>
            <a:ext cx="3886200" cy="194636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>
              <a:defRPr/>
            </a:pPr>
            <a:endParaRPr lang="he-IL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4" presetClass="exit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2" grpId="0" animBg="1"/>
      <p:bldP spid="13" grpId="0" animBg="1"/>
      <p:bldP spid="16" grpId="0" animBg="1"/>
      <p:bldP spid="19" grpId="0" animBg="1"/>
      <p:bldP spid="20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11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1D3A26A5-8972-468C-A91E-21CEED0A95B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12775" y="228600"/>
            <a:ext cx="8153400" cy="990600"/>
          </a:xfrm>
        </p:spPr>
        <p:txBody>
          <a:bodyPr/>
          <a:lstStyle/>
          <a:p>
            <a:pPr algn="r" eaLnBrk="1" hangingPunct="1"/>
            <a:r>
              <a:rPr lang="he-IL" altLang="he-IL"/>
              <a:t>החלקים בשילוב פונקציה שלנו בקוד</a:t>
            </a:r>
            <a:endParaRPr lang="en-US" altLang="he-IL"/>
          </a:p>
        </p:txBody>
      </p:sp>
      <p:sp>
        <p:nvSpPr>
          <p:cNvPr id="63491" name="Rectangle 3">
            <a:extLst>
              <a:ext uri="{FF2B5EF4-FFF2-40B4-BE49-F238E27FC236}">
                <a16:creationId xmlns:a16="http://schemas.microsoft.com/office/drawing/2014/main" id="{B3915BCC-20F1-456C-B055-8769C346E67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12775" y="1600200"/>
            <a:ext cx="8153400" cy="4495800"/>
          </a:xfrm>
        </p:spPr>
        <p:txBody>
          <a:bodyPr/>
          <a:lstStyle/>
          <a:p>
            <a:pPr algn="r" rtl="1" eaLnBrk="1" hangingPunct="1"/>
            <a:r>
              <a:rPr lang="he-IL" altLang="he-IL" b="1"/>
              <a:t>הצהרת + מימוש</a:t>
            </a:r>
            <a:r>
              <a:rPr lang="he-IL" altLang="he-IL"/>
              <a:t> הפונקציה</a:t>
            </a:r>
          </a:p>
          <a:p>
            <a:pPr algn="r" rtl="1" eaLnBrk="1" hangingPunct="1"/>
            <a:r>
              <a:rPr lang="he-IL" altLang="he-IL" b="1"/>
              <a:t>שימוש</a:t>
            </a:r>
            <a:r>
              <a:rPr lang="he-IL" altLang="he-IL"/>
              <a:t> בפונקציה</a:t>
            </a:r>
          </a:p>
          <a:p>
            <a:pPr algn="r" rtl="1" eaLnBrk="1" hangingPunct="1"/>
            <a:endParaRPr lang="he-IL" altLang="he-IL"/>
          </a:p>
          <a:p>
            <a:pPr algn="r" rtl="1" eaLnBrk="1" hangingPunct="1"/>
            <a:r>
              <a:rPr lang="he-IL" altLang="he-IL"/>
              <a:t>כאשר כותבים פונקציה ראשית צריך להחליט </a:t>
            </a:r>
            <a:r>
              <a:rPr lang="he-IL" altLang="he-IL" b="1"/>
              <a:t>מה</a:t>
            </a:r>
            <a:r>
              <a:rPr lang="he-IL" altLang="he-IL"/>
              <a:t> הפונקציה עושה</a:t>
            </a:r>
          </a:p>
          <a:p>
            <a:pPr algn="r" rtl="1" eaLnBrk="1" hangingPunct="1"/>
            <a:r>
              <a:rPr lang="he-IL" altLang="he-IL"/>
              <a:t>לאחר שהחלטנו על ה"מה", יש להחליט אילו נתונים הפונקציה צריכה </a:t>
            </a:r>
            <a:r>
              <a:rPr lang="he-IL" altLang="he-IL" b="1"/>
              <a:t>לקבל</a:t>
            </a:r>
            <a:r>
              <a:rPr lang="he-IL" altLang="he-IL"/>
              <a:t> כדי לבצע את העבודה</a:t>
            </a:r>
          </a:p>
          <a:p>
            <a:pPr algn="r" rtl="1" eaLnBrk="1" hangingPunct="1"/>
            <a:r>
              <a:rPr lang="he-IL" altLang="he-IL"/>
              <a:t>לבסוף נגדיר מה הפונקציה </a:t>
            </a:r>
            <a:r>
              <a:rPr lang="he-IL" altLang="he-IL" b="1"/>
              <a:t>מחזירה</a:t>
            </a:r>
            <a:r>
              <a:rPr lang="he-IL" altLang="he-IL"/>
              <a:t> לנו</a:t>
            </a:r>
          </a:p>
          <a:p>
            <a:pPr algn="r" rtl="1" eaLnBrk="1" hangingPunct="1"/>
            <a:endParaRPr lang="en-US" altLang="he-IL"/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9D8564A3-4987-41A6-9228-2ABFB7BF47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80000"/>
              </a:lnSpc>
            </a:pPr>
            <a:fld id="{49763ACF-6F14-4D37-B52E-55EC0B803DA8}" type="slidenum">
              <a:rPr lang="he-IL" altLang="he-IL" sz="1200">
                <a:solidFill>
                  <a:srgbClr val="FFFFFF"/>
                </a:solidFill>
              </a:rPr>
              <a:pPr eaLnBrk="1" hangingPunct="1">
                <a:lnSpc>
                  <a:spcPct val="80000"/>
                </a:lnSpc>
              </a:pPr>
              <a:t>6</a:t>
            </a:fld>
            <a:endParaRPr lang="en-US" altLang="he-IL" sz="1200">
              <a:solidFill>
                <a:srgbClr val="FFFFFF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634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" dur="500"/>
                                        <p:tgtEl>
                                          <p:spTgt spid="634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" dur="500"/>
                                        <p:tgtEl>
                                          <p:spTgt spid="634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6D3A7203-4D4F-44E0-877D-31B3C731CA7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12775" y="228600"/>
            <a:ext cx="8153400" cy="990600"/>
          </a:xfrm>
        </p:spPr>
        <p:txBody>
          <a:bodyPr/>
          <a:lstStyle/>
          <a:p>
            <a:pPr algn="r" eaLnBrk="1" hangingPunct="1"/>
            <a:r>
              <a:rPr lang="he-IL" altLang="he-IL"/>
              <a:t>הצהרת פונקציה - תחביר</a:t>
            </a:r>
            <a:endParaRPr lang="en-US" altLang="he-IL"/>
          </a:p>
        </p:txBody>
      </p:sp>
      <p:sp>
        <p:nvSpPr>
          <p:cNvPr id="54275" name="Rectangle 3">
            <a:extLst>
              <a:ext uri="{FF2B5EF4-FFF2-40B4-BE49-F238E27FC236}">
                <a16:creationId xmlns:a16="http://schemas.microsoft.com/office/drawing/2014/main" id="{B7067D98-00B2-4F38-8574-307B07329C8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0" y="1600200"/>
            <a:ext cx="8915400" cy="4953000"/>
          </a:xfrm>
        </p:spPr>
        <p:txBody>
          <a:bodyPr/>
          <a:lstStyle/>
          <a:p>
            <a:pPr algn="r" rtl="1" eaLnBrk="1" hangingPunct="1">
              <a:lnSpc>
                <a:spcPct val="90000"/>
              </a:lnSpc>
            </a:pPr>
            <a:r>
              <a:rPr lang="he-IL" altLang="he-IL" dirty="0"/>
              <a:t>מרכיבי הצהרת הפונקציה :</a:t>
            </a:r>
          </a:p>
          <a:p>
            <a:pPr lvl="1" algn="r" rtl="1" eaLnBrk="1" hangingPunct="1">
              <a:lnSpc>
                <a:spcPct val="90000"/>
              </a:lnSpc>
            </a:pPr>
            <a:r>
              <a:rPr lang="he-IL" altLang="he-IL" dirty="0"/>
              <a:t> מה הנתונים אשר הפונקציה מקבלת (כל נתון נקרא </a:t>
            </a:r>
            <a:r>
              <a:rPr lang="he-IL" altLang="he-IL" i="1" dirty="0"/>
              <a:t>פרמטר</a:t>
            </a:r>
            <a:r>
              <a:rPr lang="he-IL" altLang="he-IL" dirty="0"/>
              <a:t>)</a:t>
            </a:r>
          </a:p>
          <a:p>
            <a:pPr lvl="1" algn="r" rtl="1" eaLnBrk="1" hangingPunct="1">
              <a:lnSpc>
                <a:spcPct val="90000"/>
              </a:lnSpc>
            </a:pPr>
            <a:r>
              <a:rPr lang="he-IL" altLang="he-IL" dirty="0"/>
              <a:t>מה הפונקציה מחזירה</a:t>
            </a:r>
          </a:p>
          <a:p>
            <a:pPr lvl="1" algn="r" rtl="1" eaLnBrk="1" hangingPunct="1">
              <a:lnSpc>
                <a:spcPct val="90000"/>
              </a:lnSpc>
            </a:pPr>
            <a:r>
              <a:rPr lang="he-IL" altLang="he-IL" dirty="0"/>
              <a:t>שם הפונקציה</a:t>
            </a:r>
          </a:p>
          <a:p>
            <a:pPr lvl="1" algn="r" rtl="1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he-IL" altLang="he-IL" dirty="0"/>
          </a:p>
          <a:p>
            <a:pPr algn="r" rtl="1" eaLnBrk="1" hangingPunct="1">
              <a:lnSpc>
                <a:spcPct val="90000"/>
              </a:lnSpc>
            </a:pPr>
            <a:endParaRPr lang="en-US" altLang="he-IL" dirty="0"/>
          </a:p>
          <a:p>
            <a:pPr algn="r" rtl="1" eaLnBrk="1" hangingPunct="1">
              <a:lnSpc>
                <a:spcPct val="90000"/>
              </a:lnSpc>
            </a:pPr>
            <a:endParaRPr lang="he-IL" altLang="he-IL" dirty="0"/>
          </a:p>
          <a:p>
            <a:pPr algn="r" rtl="1" eaLnBrk="1" hangingPunct="1">
              <a:lnSpc>
                <a:spcPct val="90000"/>
              </a:lnSpc>
            </a:pPr>
            <a:r>
              <a:rPr lang="he-IL" altLang="he-IL" dirty="0"/>
              <a:t>למשל הפונקציה </a:t>
            </a:r>
            <a:r>
              <a:rPr lang="en-US" altLang="he-IL" dirty="0"/>
              <a:t>Power</a:t>
            </a:r>
            <a:r>
              <a:rPr lang="he-IL" altLang="he-IL" dirty="0"/>
              <a:t>:</a:t>
            </a:r>
          </a:p>
          <a:p>
            <a:pPr algn="r" rtl="1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he-IL" altLang="he-IL" dirty="0"/>
              <a:t>	</a:t>
            </a:r>
            <a:r>
              <a:rPr lang="en-US" altLang="he-IL" dirty="0"/>
              <a:t>int Power(int base, int exponent)</a:t>
            </a:r>
            <a:endParaRPr lang="he-IL" altLang="he-IL" dirty="0"/>
          </a:p>
          <a:p>
            <a:pPr lvl="1" algn="r" rtl="1" eaLnBrk="1" hangingPunct="1">
              <a:lnSpc>
                <a:spcPct val="90000"/>
              </a:lnSpc>
            </a:pPr>
            <a:r>
              <a:rPr lang="he-IL" altLang="he-IL" dirty="0"/>
              <a:t>פונקציה זו מקבלת 2 מספרים, בסיס ומעריך, ומחזירה את תוצאת החזקה</a:t>
            </a:r>
          </a:p>
        </p:txBody>
      </p:sp>
      <p:sp>
        <p:nvSpPr>
          <p:cNvPr id="54277" name="Text Box 5">
            <a:extLst>
              <a:ext uri="{FF2B5EF4-FFF2-40B4-BE49-F238E27FC236}">
                <a16:creationId xmlns:a16="http://schemas.microsoft.com/office/drawing/2014/main" id="{238394CA-5E93-4FF1-8CAD-FD829EDA40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95400" y="3505200"/>
            <a:ext cx="28956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en-US" altLang="he-IL" sz="2000"/>
              <a:t>&lt;returned value type&gt;</a:t>
            </a:r>
          </a:p>
        </p:txBody>
      </p:sp>
      <p:sp>
        <p:nvSpPr>
          <p:cNvPr id="54279" name="Text Box 7">
            <a:extLst>
              <a:ext uri="{FF2B5EF4-FFF2-40B4-BE49-F238E27FC236}">
                <a16:creationId xmlns:a16="http://schemas.microsoft.com/office/drawing/2014/main" id="{96DCE2AB-630E-40E7-A0A6-823DC7C89A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72200" y="3489325"/>
            <a:ext cx="31242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en-US" altLang="he-IL" sz="2000"/>
              <a:t>(&lt;parameters list&gt;)</a:t>
            </a:r>
          </a:p>
        </p:txBody>
      </p:sp>
      <p:sp>
        <p:nvSpPr>
          <p:cNvPr id="54280" name="Text Box 8">
            <a:extLst>
              <a:ext uri="{FF2B5EF4-FFF2-40B4-BE49-F238E27FC236}">
                <a16:creationId xmlns:a16="http://schemas.microsoft.com/office/drawing/2014/main" id="{8ACA7EC7-9D5A-483B-A686-52A36CD8AD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38600" y="3505200"/>
            <a:ext cx="2438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en-US" altLang="he-IL" sz="2000"/>
              <a:t>&lt;function_name&gt;</a:t>
            </a:r>
          </a:p>
        </p:txBody>
      </p:sp>
      <p:sp>
        <p:nvSpPr>
          <p:cNvPr id="8" name="Text Box 5">
            <a:extLst>
              <a:ext uri="{FF2B5EF4-FFF2-40B4-BE49-F238E27FC236}">
                <a16:creationId xmlns:a16="http://schemas.microsoft.com/office/drawing/2014/main" id="{DE10B37D-5DB7-4E09-AD41-0F48CBB7D8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3505200"/>
            <a:ext cx="8382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en-US" altLang="he-IL" sz="2000"/>
              <a:t>static</a:t>
            </a:r>
          </a:p>
        </p:txBody>
      </p:sp>
      <p:sp>
        <p:nvSpPr>
          <p:cNvPr id="9" name="Slide Number Placeholder 3">
            <a:extLst>
              <a:ext uri="{FF2B5EF4-FFF2-40B4-BE49-F238E27FC236}">
                <a16:creationId xmlns:a16="http://schemas.microsoft.com/office/drawing/2014/main" id="{703E2DD5-8E69-4B41-A2B1-6753F8DDB6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80000"/>
              </a:lnSpc>
            </a:pPr>
            <a:fld id="{D7BC1728-FEA2-416E-9BF1-BF3FB7879D92}" type="slidenum">
              <a:rPr lang="he-IL" altLang="he-IL" sz="1200">
                <a:solidFill>
                  <a:srgbClr val="FFFFFF"/>
                </a:solidFill>
              </a:rPr>
              <a:pPr eaLnBrk="1" hangingPunct="1">
                <a:lnSpc>
                  <a:spcPct val="80000"/>
                </a:lnSpc>
              </a:pPr>
              <a:t>7</a:t>
            </a:fld>
            <a:endParaRPr lang="en-US" altLang="he-IL" sz="1200">
              <a:solidFill>
                <a:srgbClr val="FFFFFF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mph" presetSubtype="1" nodeType="click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set>
                                      <p:cBhvr override="childStyle">
                                        <p:cTn id="6" dur="indefinite"/>
                                        <p:tgtEl>
                                          <p:spTgt spid="542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style.fontStyle</p:attrName>
                                        </p:attrNameLst>
                                      </p:cBhvr>
                                      <p:to>
                                        <p:strVal val="normal"/>
                                      </p:to>
                                    </p:set>
                                    <p:set>
                                      <p:cBhvr override="childStyle">
                                        <p:cTn id="7" dur="indefinite"/>
                                        <p:tgtEl>
                                          <p:spTgt spid="542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  <p:set>
                                      <p:cBhvr override="childStyle">
                                        <p:cTn id="8" dur="indefinite"/>
                                        <p:tgtEl>
                                          <p:spTgt spid="542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fals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5" presetClass="emph" presetSubtype="1" grpId="0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set>
                                      <p:cBhvr override="childStyle">
                                        <p:cTn id="10" dur="indefinite"/>
                                        <p:tgtEl>
                                          <p:spTgt spid="54279"/>
                                        </p:tgtEl>
                                        <p:attrNameLst>
                                          <p:attrName>style.fontStyle</p:attrName>
                                        </p:attrNameLst>
                                      </p:cBhvr>
                                      <p:to>
                                        <p:strVal val="normal"/>
                                      </p:to>
                                    </p:set>
                                    <p:set>
                                      <p:cBhvr override="childStyle">
                                        <p:cTn id="11" dur="indefinite"/>
                                        <p:tgtEl>
                                          <p:spTgt spid="54279"/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  <p:set>
                                      <p:cBhvr override="childStyle">
                                        <p:cTn id="12" dur="indefinite"/>
                                        <p:tgtEl>
                                          <p:spTgt spid="54279"/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fals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mph" presetSubtype="1" nodeType="click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set>
                                      <p:cBhvr override="childStyle">
                                        <p:cTn id="16" dur="indefinite"/>
                                        <p:tgtEl>
                                          <p:spTgt spid="542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style.fontStyle</p:attrName>
                                        </p:attrNameLst>
                                      </p:cBhvr>
                                      <p:to>
                                        <p:strVal val="normal"/>
                                      </p:to>
                                    </p:set>
                                    <p:set>
                                      <p:cBhvr override="childStyle">
                                        <p:cTn id="17" dur="indefinite"/>
                                        <p:tgtEl>
                                          <p:spTgt spid="542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  <p:set>
                                      <p:cBhvr override="childStyle">
                                        <p:cTn id="18" dur="indefinite"/>
                                        <p:tgtEl>
                                          <p:spTgt spid="542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fals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5" presetClass="emph" presetSubtype="1" grpId="0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set>
                                      <p:cBhvr override="childStyle">
                                        <p:cTn id="20" dur="indefinite"/>
                                        <p:tgtEl>
                                          <p:spTgt spid="54277"/>
                                        </p:tgtEl>
                                        <p:attrNameLst>
                                          <p:attrName>style.fontStyle</p:attrName>
                                        </p:attrNameLst>
                                      </p:cBhvr>
                                      <p:to>
                                        <p:strVal val="normal"/>
                                      </p:to>
                                    </p:set>
                                    <p:set>
                                      <p:cBhvr override="childStyle">
                                        <p:cTn id="21" dur="indefinite"/>
                                        <p:tgtEl>
                                          <p:spTgt spid="54277"/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  <p:set>
                                      <p:cBhvr override="childStyle">
                                        <p:cTn id="22" dur="indefinite"/>
                                        <p:tgtEl>
                                          <p:spTgt spid="54277"/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fals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mph" presetSubtype="1" nodeType="click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set>
                                      <p:cBhvr override="childStyle">
                                        <p:cTn id="26" dur="indefinite"/>
                                        <p:tgtEl>
                                          <p:spTgt spid="542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style.fontStyle</p:attrName>
                                        </p:attrNameLst>
                                      </p:cBhvr>
                                      <p:to>
                                        <p:strVal val="normal"/>
                                      </p:to>
                                    </p:set>
                                    <p:set>
                                      <p:cBhvr override="childStyle">
                                        <p:cTn id="27" dur="indefinite"/>
                                        <p:tgtEl>
                                          <p:spTgt spid="542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  <p:set>
                                      <p:cBhvr override="childStyle">
                                        <p:cTn id="28" dur="indefinite"/>
                                        <p:tgtEl>
                                          <p:spTgt spid="542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fals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5" presetClass="emph" presetSubtype="1" grpId="0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set>
                                      <p:cBhvr override="childStyle">
                                        <p:cTn id="30" dur="indefinite"/>
                                        <p:tgtEl>
                                          <p:spTgt spid="54280"/>
                                        </p:tgtEl>
                                        <p:attrNameLst>
                                          <p:attrName>style.fontStyle</p:attrName>
                                        </p:attrNameLst>
                                      </p:cBhvr>
                                      <p:to>
                                        <p:strVal val="normal"/>
                                      </p:to>
                                    </p:set>
                                    <p:set>
                                      <p:cBhvr override="childStyle">
                                        <p:cTn id="31" dur="indefinite"/>
                                        <p:tgtEl>
                                          <p:spTgt spid="54280"/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  <p:set>
                                      <p:cBhvr override="childStyle">
                                        <p:cTn id="32" dur="indefinite"/>
                                        <p:tgtEl>
                                          <p:spTgt spid="54280"/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fals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" dur="500"/>
                                        <p:tgtEl>
                                          <p:spTgt spid="5427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0" dur="500"/>
                                        <p:tgtEl>
                                          <p:spTgt spid="5427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3" dur="500"/>
                                        <p:tgtEl>
                                          <p:spTgt spid="5427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5" presetClass="emph" presetSubtype="1" grpId="0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set>
                                      <p:cBhvr override="childStyle">
                                        <p:cTn id="45" dur="indefinite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style.fontStyle</p:attrName>
                                        </p:attrNameLst>
                                      </p:cBhvr>
                                      <p:to>
                                        <p:strVal val="normal"/>
                                      </p:to>
                                    </p:set>
                                    <p:set>
                                      <p:cBhvr override="childStyle">
                                        <p:cTn id="46" dur="indefinite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  <p:set>
                                      <p:cBhvr override="childStyle">
                                        <p:cTn id="47" dur="indefinite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fals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277" grpId="0"/>
      <p:bldP spid="54279" grpId="0"/>
      <p:bldP spid="54280" grpId="0"/>
      <p:bldP spid="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id="{FF78D662-D026-4F71-B908-8A27BFDF044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12775" y="228600"/>
            <a:ext cx="8153400" cy="990600"/>
          </a:xfrm>
        </p:spPr>
        <p:txBody>
          <a:bodyPr/>
          <a:lstStyle/>
          <a:p>
            <a:pPr algn="r" rtl="1" eaLnBrk="1" hangingPunct="1"/>
            <a:r>
              <a:rPr lang="he-IL" altLang="he-IL"/>
              <a:t>איך כותבים הצהרה של פונקציה</a:t>
            </a:r>
            <a:endParaRPr lang="en-US" altLang="he-IL"/>
          </a:p>
        </p:txBody>
      </p:sp>
      <p:sp>
        <p:nvSpPr>
          <p:cNvPr id="62467" name="Rectangle 3">
            <a:extLst>
              <a:ext uri="{FF2B5EF4-FFF2-40B4-BE49-F238E27FC236}">
                <a16:creationId xmlns:a16="http://schemas.microsoft.com/office/drawing/2014/main" id="{D1AC2684-5828-4560-BA26-6B89DA0AD0F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12775" y="1600200"/>
            <a:ext cx="8153400" cy="4495800"/>
          </a:xfrm>
        </p:spPr>
        <p:txBody>
          <a:bodyPr/>
          <a:lstStyle/>
          <a:p>
            <a:pPr algn="r" rtl="1" eaLnBrk="1" hangingPunct="1">
              <a:lnSpc>
                <a:spcPct val="90000"/>
              </a:lnSpc>
            </a:pPr>
            <a:r>
              <a:rPr lang="he-IL" altLang="he-IL" dirty="0"/>
              <a:t>דוגמא: פונקציה המחשבת חזקה </a:t>
            </a:r>
          </a:p>
          <a:p>
            <a:pPr lvl="1" algn="r" rtl="1" eaLnBrk="1" hangingPunct="1">
              <a:lnSpc>
                <a:spcPct val="90000"/>
              </a:lnSpc>
            </a:pPr>
            <a:r>
              <a:rPr lang="he-IL" altLang="he-IL" u="sng" dirty="0"/>
              <a:t>מה</a:t>
            </a:r>
            <a:r>
              <a:rPr lang="he-IL" altLang="he-IL" dirty="0"/>
              <a:t> הפונקציה עושה: הפונקציה מחשבת חזקה של שני מספרים</a:t>
            </a:r>
          </a:p>
          <a:p>
            <a:pPr lvl="1" algn="r" rtl="1" eaLnBrk="1" hangingPunct="1">
              <a:lnSpc>
                <a:spcPct val="90000"/>
              </a:lnSpc>
            </a:pPr>
            <a:r>
              <a:rPr lang="he-IL" altLang="he-IL" u="sng" dirty="0"/>
              <a:t>מה</a:t>
            </a:r>
            <a:r>
              <a:rPr lang="he-IL" altLang="he-IL" dirty="0"/>
              <a:t> הפונקציה מקבלת: 2 מספרים, הראשון בסיס והשני מעריך</a:t>
            </a:r>
          </a:p>
          <a:p>
            <a:pPr lvl="1" algn="r" rtl="1" eaLnBrk="1" hangingPunct="1">
              <a:lnSpc>
                <a:spcPct val="90000"/>
              </a:lnSpc>
            </a:pPr>
            <a:r>
              <a:rPr lang="he-IL" altLang="he-IL" u="sng" dirty="0"/>
              <a:t>מה</a:t>
            </a:r>
            <a:r>
              <a:rPr lang="he-IL" altLang="he-IL" dirty="0"/>
              <a:t> הפונקציה מחזירה: את תוצאת חישוב הבסיס במעריך</a:t>
            </a:r>
          </a:p>
          <a:p>
            <a:pPr lvl="1" algn="r" rtl="1" eaLnBrk="1" hangingPunct="1">
              <a:lnSpc>
                <a:spcPct val="90000"/>
              </a:lnSpc>
            </a:pPr>
            <a:r>
              <a:rPr lang="he-IL" altLang="he-IL" dirty="0"/>
              <a:t>לבחור שם משמעותי לפונקציה</a:t>
            </a:r>
          </a:p>
          <a:p>
            <a:pPr lvl="1" algn="r" rtl="1" eaLnBrk="1" hangingPunct="1">
              <a:lnSpc>
                <a:spcPct val="90000"/>
              </a:lnSpc>
            </a:pPr>
            <a:endParaRPr lang="he-IL" altLang="he-IL" dirty="0"/>
          </a:p>
          <a:p>
            <a:pPr lvl="1" algn="r" rtl="1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he-IL" dirty="0"/>
              <a:t>int base       </a:t>
            </a:r>
          </a:p>
          <a:p>
            <a:pPr lvl="1" algn="r" rtl="1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he-IL" dirty="0"/>
              <a:t>int exponent</a:t>
            </a:r>
            <a:endParaRPr lang="he-IL" altLang="he-IL" dirty="0"/>
          </a:p>
          <a:p>
            <a:pPr lvl="1" algn="r" rtl="1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he-IL" altLang="he-IL" dirty="0"/>
          </a:p>
          <a:p>
            <a:pPr lvl="1" algn="r" rtl="1" eaLnBrk="1" hangingPunct="1">
              <a:lnSpc>
                <a:spcPct val="90000"/>
              </a:lnSpc>
            </a:pPr>
            <a:r>
              <a:rPr lang="he-IL" altLang="he-IL" dirty="0"/>
              <a:t>תחביר:   </a:t>
            </a:r>
            <a:r>
              <a:rPr lang="en-US" altLang="he-IL" dirty="0"/>
              <a:t>static int Power(int base, int exponent)</a:t>
            </a:r>
            <a:endParaRPr lang="he-IL" altLang="he-IL" dirty="0"/>
          </a:p>
          <a:p>
            <a:pPr lvl="1" algn="r" rtl="1" eaLnBrk="1" hangingPunct="1">
              <a:lnSpc>
                <a:spcPct val="90000"/>
              </a:lnSpc>
            </a:pPr>
            <a:endParaRPr lang="en-US" altLang="he-IL" dirty="0"/>
          </a:p>
        </p:txBody>
      </p:sp>
      <p:sp>
        <p:nvSpPr>
          <p:cNvPr id="16388" name="Flowchart: Process 5">
            <a:extLst>
              <a:ext uri="{FF2B5EF4-FFF2-40B4-BE49-F238E27FC236}">
                <a16:creationId xmlns:a16="http://schemas.microsoft.com/office/drawing/2014/main" id="{7DEB6F99-A57E-4725-A43E-48B126E28A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3000" y="5029200"/>
            <a:ext cx="990600" cy="685800"/>
          </a:xfrm>
          <a:prstGeom prst="flowChartProcess">
            <a:avLst/>
          </a:prstGeom>
          <a:solidFill>
            <a:schemeClr val="tx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 eaLnBrk="1" hangingPunct="1"/>
            <a:endParaRPr lang="he-IL" altLang="he-IL">
              <a:latin typeface="Verdana" panose="020B0604030504040204" pitchFamily="34" charset="0"/>
            </a:endParaRPr>
          </a:p>
        </p:txBody>
      </p:sp>
      <p:cxnSp>
        <p:nvCxnSpPr>
          <p:cNvPr id="16389" name="Straight Arrow Connector 7">
            <a:extLst>
              <a:ext uri="{FF2B5EF4-FFF2-40B4-BE49-F238E27FC236}">
                <a16:creationId xmlns:a16="http://schemas.microsoft.com/office/drawing/2014/main" id="{AFABB026-4258-417B-9E7B-5A0B9B762E80}"/>
              </a:ext>
            </a:extLst>
          </p:cNvPr>
          <p:cNvCxnSpPr>
            <a:cxnSpLocks noChangeShapeType="1"/>
          </p:cNvCxnSpPr>
          <p:nvPr/>
        </p:nvCxnSpPr>
        <p:spPr bwMode="auto">
          <a:xfrm rot="10800000">
            <a:off x="6019800" y="5180013"/>
            <a:ext cx="304800" cy="1587"/>
          </a:xfrm>
          <a:prstGeom prst="straightConnector1">
            <a:avLst/>
          </a:prstGeom>
          <a:noFill/>
          <a:ln w="22225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6390" name="Straight Arrow Connector 7">
            <a:extLst>
              <a:ext uri="{FF2B5EF4-FFF2-40B4-BE49-F238E27FC236}">
                <a16:creationId xmlns:a16="http://schemas.microsoft.com/office/drawing/2014/main" id="{A0BFB1AF-5496-4672-BB4C-871775B870E4}"/>
              </a:ext>
            </a:extLst>
          </p:cNvPr>
          <p:cNvCxnSpPr>
            <a:cxnSpLocks noChangeShapeType="1"/>
          </p:cNvCxnSpPr>
          <p:nvPr/>
        </p:nvCxnSpPr>
        <p:spPr bwMode="auto">
          <a:xfrm rot="10800000">
            <a:off x="6019800" y="5637213"/>
            <a:ext cx="304800" cy="1587"/>
          </a:xfrm>
          <a:prstGeom prst="straightConnector1">
            <a:avLst/>
          </a:prstGeom>
          <a:noFill/>
          <a:ln w="22225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6391" name="Text Box 7">
            <a:extLst>
              <a:ext uri="{FF2B5EF4-FFF2-40B4-BE49-F238E27FC236}">
                <a16:creationId xmlns:a16="http://schemas.microsoft.com/office/drawing/2014/main" id="{D104873C-0EA9-4290-8955-285D2A3E38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81200" y="5181600"/>
            <a:ext cx="2438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 eaLnBrk="1" hangingPunct="1">
              <a:spcBef>
                <a:spcPct val="50000"/>
              </a:spcBef>
            </a:pPr>
            <a:r>
              <a:rPr lang="en-US" altLang="he-IL" sz="2400">
                <a:latin typeface="Verdana" panose="020B0604030504040204" pitchFamily="34" charset="0"/>
              </a:rPr>
              <a:t>int base</a:t>
            </a:r>
            <a:r>
              <a:rPr lang="en-US" altLang="he-IL" sz="2400" baseline="30000">
                <a:latin typeface="Verdana" panose="020B0604030504040204" pitchFamily="34" charset="0"/>
              </a:rPr>
              <a:t>exponent</a:t>
            </a:r>
          </a:p>
        </p:txBody>
      </p:sp>
      <p:cxnSp>
        <p:nvCxnSpPr>
          <p:cNvPr id="16392" name="Straight Arrow Connector 7">
            <a:extLst>
              <a:ext uri="{FF2B5EF4-FFF2-40B4-BE49-F238E27FC236}">
                <a16:creationId xmlns:a16="http://schemas.microsoft.com/office/drawing/2014/main" id="{F8994720-6A78-4EF1-B6B9-3D2473C68482}"/>
              </a:ext>
            </a:extLst>
          </p:cNvPr>
          <p:cNvCxnSpPr>
            <a:cxnSpLocks noChangeShapeType="1"/>
          </p:cNvCxnSpPr>
          <p:nvPr/>
        </p:nvCxnSpPr>
        <p:spPr bwMode="auto">
          <a:xfrm rot="10800000">
            <a:off x="4419600" y="5408613"/>
            <a:ext cx="304800" cy="1587"/>
          </a:xfrm>
          <a:prstGeom prst="straightConnector1">
            <a:avLst/>
          </a:prstGeom>
          <a:noFill/>
          <a:ln w="22225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0" name="Slide Number Placeholder 3">
            <a:extLst>
              <a:ext uri="{FF2B5EF4-FFF2-40B4-BE49-F238E27FC236}">
                <a16:creationId xmlns:a16="http://schemas.microsoft.com/office/drawing/2014/main" id="{E6D1B974-9FD1-405E-8814-98B94001C1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80000"/>
              </a:lnSpc>
            </a:pPr>
            <a:fld id="{2A590CAD-5CAD-40D9-A3B7-CAB96E1B7B89}" type="slidenum">
              <a:rPr lang="he-IL" altLang="he-IL" sz="1200">
                <a:solidFill>
                  <a:srgbClr val="FFFFFF"/>
                </a:solidFill>
              </a:rPr>
              <a:pPr eaLnBrk="1" hangingPunct="1">
                <a:lnSpc>
                  <a:spcPct val="80000"/>
                </a:lnSpc>
              </a:pPr>
              <a:t>8</a:t>
            </a:fld>
            <a:endParaRPr lang="en-US" altLang="he-IL" sz="1200">
              <a:solidFill>
                <a:srgbClr val="FFFFFF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6246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DFCA8B48-A09C-4C39-8EEA-173B0A9EA22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12775" y="228600"/>
            <a:ext cx="8153400" cy="990600"/>
          </a:xfrm>
        </p:spPr>
        <p:txBody>
          <a:bodyPr/>
          <a:lstStyle/>
          <a:p>
            <a:pPr algn="r" eaLnBrk="1" hangingPunct="1"/>
            <a:r>
              <a:rPr lang="he-IL" altLang="he-IL"/>
              <a:t>הצהרת פונקציה - הערך המוחזר </a:t>
            </a:r>
            <a:r>
              <a:rPr lang="he-IL" altLang="he-IL" sz="3600"/>
              <a:t>(1)</a:t>
            </a:r>
            <a:endParaRPr lang="en-US" altLang="he-IL"/>
          </a:p>
        </p:txBody>
      </p:sp>
      <p:sp>
        <p:nvSpPr>
          <p:cNvPr id="17411" name="Rectangle 3">
            <a:extLst>
              <a:ext uri="{FF2B5EF4-FFF2-40B4-BE49-F238E27FC236}">
                <a16:creationId xmlns:a16="http://schemas.microsoft.com/office/drawing/2014/main" id="{49190C65-EFAD-48B8-AEA1-48967CB5CCF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5029200"/>
          </a:xfrm>
        </p:spPr>
        <p:txBody>
          <a:bodyPr/>
          <a:lstStyle/>
          <a:p>
            <a:pPr algn="r" rtl="1" eaLnBrk="1" hangingPunct="1"/>
            <a:endParaRPr lang="he-IL" altLang="he-IL" dirty="0"/>
          </a:p>
          <a:p>
            <a:pPr algn="r" rtl="1" eaLnBrk="1" hangingPunct="1"/>
            <a:r>
              <a:rPr lang="he-IL" altLang="he-IL" dirty="0"/>
              <a:t>הערך המוחזר יכול להיות כל אחד מהטיפוסים שאנחנו מכירים</a:t>
            </a:r>
          </a:p>
          <a:p>
            <a:pPr algn="r" rtl="1" eaLnBrk="1" hangingPunct="1">
              <a:buFont typeface="Wingdings" panose="05000000000000000000" pitchFamily="2" charset="2"/>
              <a:buNone/>
            </a:pPr>
            <a:endParaRPr lang="he-IL" altLang="he-IL" dirty="0"/>
          </a:p>
          <a:p>
            <a:pPr lvl="1" algn="r" rtl="1" eaLnBrk="1" hangingPunct="1"/>
            <a:r>
              <a:rPr lang="he-IL" altLang="he-IL" dirty="0"/>
              <a:t>למשל, פונקציה המקבלת אורך צלע ריבוע ומחזירה את שטחו</a:t>
            </a:r>
          </a:p>
          <a:p>
            <a:pPr lvl="1" rtl="1" eaLnBrk="1" hangingPunct="1">
              <a:buFont typeface="Wingdings" panose="05000000000000000000" pitchFamily="2" charset="2"/>
              <a:buNone/>
            </a:pPr>
            <a:r>
              <a:rPr lang="en-US" altLang="he-IL" dirty="0"/>
              <a:t>static </a:t>
            </a:r>
            <a:r>
              <a:rPr lang="en-US" altLang="he-IL" b="1" dirty="0"/>
              <a:t>int</a:t>
            </a:r>
            <a:r>
              <a:rPr lang="en-US" altLang="he-IL" dirty="0"/>
              <a:t> </a:t>
            </a:r>
            <a:r>
              <a:rPr lang="en-US" altLang="he-IL" dirty="0" err="1"/>
              <a:t>CalcSquareArea</a:t>
            </a:r>
            <a:r>
              <a:rPr lang="en-US" altLang="he-IL" dirty="0"/>
              <a:t>(int length)</a:t>
            </a:r>
            <a:endParaRPr lang="he-IL" altLang="he-IL" dirty="0"/>
          </a:p>
          <a:p>
            <a:pPr lvl="1" algn="r" rtl="1" eaLnBrk="1" hangingPunct="1"/>
            <a:endParaRPr lang="he-IL" altLang="he-IL" dirty="0"/>
          </a:p>
          <a:p>
            <a:pPr lvl="1" algn="r" rtl="1" eaLnBrk="1" hangingPunct="1"/>
            <a:r>
              <a:rPr lang="he-IL" altLang="he-IL" dirty="0"/>
              <a:t>למשל, פונקציה המקבלת מספר, ומחזירה את השורש שלו</a:t>
            </a:r>
          </a:p>
          <a:p>
            <a:pPr lvl="1" rtl="1" eaLnBrk="1" hangingPunct="1">
              <a:buFont typeface="Wingdings" panose="05000000000000000000" pitchFamily="2" charset="2"/>
              <a:buNone/>
            </a:pPr>
            <a:r>
              <a:rPr lang="en-US" altLang="he-IL" dirty="0"/>
              <a:t>static </a:t>
            </a:r>
            <a:r>
              <a:rPr lang="en-US" altLang="he-IL" b="1" dirty="0"/>
              <a:t>double</a:t>
            </a:r>
            <a:r>
              <a:rPr lang="en-US" altLang="he-IL" dirty="0"/>
              <a:t> Sqrt(int num)</a:t>
            </a:r>
            <a:endParaRPr lang="he-IL" altLang="he-IL" dirty="0"/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1FDA4422-1736-47D3-A995-F1C2E0F5AE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80000"/>
              </a:lnSpc>
            </a:pPr>
            <a:fld id="{04339538-9B98-493B-8E7B-56F1BA50951A}" type="slidenum">
              <a:rPr lang="he-IL" altLang="he-IL" sz="1200">
                <a:solidFill>
                  <a:srgbClr val="FFFFFF"/>
                </a:solidFill>
              </a:rPr>
              <a:pPr eaLnBrk="1" hangingPunct="1">
                <a:lnSpc>
                  <a:spcPct val="80000"/>
                </a:lnSpc>
              </a:pPr>
              <a:t>9</a:t>
            </a:fld>
            <a:endParaRPr lang="en-US" altLang="he-IL" sz="12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>
            <a:extLst>
              <a:ext uri="{FF2B5EF4-FFF2-40B4-BE49-F238E27FC236}">
                <a16:creationId xmlns:a16="http://schemas.microsoft.com/office/drawing/2014/main" id="{2E32BBB8-25B3-469B-A396-2C97049276B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12775" y="228600"/>
            <a:ext cx="8153400" cy="990600"/>
          </a:xfrm>
        </p:spPr>
        <p:txBody>
          <a:bodyPr/>
          <a:lstStyle/>
          <a:p>
            <a:pPr algn="r" eaLnBrk="1" hangingPunct="1"/>
            <a:r>
              <a:rPr lang="he-IL" altLang="he-IL"/>
              <a:t>הצהרת פונקציה - הערך המוחזר </a:t>
            </a:r>
            <a:r>
              <a:rPr lang="he-IL" altLang="he-IL" sz="3600"/>
              <a:t>(2)</a:t>
            </a:r>
            <a:endParaRPr lang="en-US" altLang="he-IL"/>
          </a:p>
        </p:txBody>
      </p:sp>
      <p:sp>
        <p:nvSpPr>
          <p:cNvPr id="18435" name="Rectangle 3">
            <a:extLst>
              <a:ext uri="{FF2B5EF4-FFF2-40B4-BE49-F238E27FC236}">
                <a16:creationId xmlns:a16="http://schemas.microsoft.com/office/drawing/2014/main" id="{DA909079-04D1-485B-8E7C-C93DD63E20B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0" y="1600200"/>
            <a:ext cx="8686800" cy="5029200"/>
          </a:xfrm>
        </p:spPr>
        <p:txBody>
          <a:bodyPr/>
          <a:lstStyle/>
          <a:p>
            <a:pPr algn="r" rtl="1" eaLnBrk="1" hangingPunct="1"/>
            <a:endParaRPr lang="he-IL" altLang="he-IL" dirty="0"/>
          </a:p>
          <a:p>
            <a:pPr algn="r" rtl="1" eaLnBrk="1" hangingPunct="1"/>
            <a:r>
              <a:rPr lang="he-IL" altLang="he-IL" dirty="0"/>
              <a:t>אם הפונקציה לא מחזירה אף ערך, נרשום כערך המוחזר </a:t>
            </a:r>
            <a:r>
              <a:rPr lang="en-US" altLang="he-IL" dirty="0"/>
              <a:t>void</a:t>
            </a:r>
            <a:endParaRPr lang="he-IL" altLang="he-IL" dirty="0"/>
          </a:p>
          <a:p>
            <a:pPr algn="r" rtl="1" eaLnBrk="1" hangingPunct="1"/>
            <a:r>
              <a:rPr lang="he-IL" altLang="he-IL" dirty="0"/>
              <a:t>שימו לב: הדפסה למסך אינה החזרה של ערך!</a:t>
            </a:r>
          </a:p>
          <a:p>
            <a:pPr algn="r" rtl="1" eaLnBrk="1" hangingPunct="1"/>
            <a:r>
              <a:rPr lang="he-IL" altLang="he-IL" dirty="0"/>
              <a:t>החזרה = ניתן לאכסן ערך במשתנה כלשהו</a:t>
            </a:r>
            <a:endParaRPr lang="en-US" altLang="he-IL" dirty="0"/>
          </a:p>
          <a:p>
            <a:pPr algn="r" rtl="1" eaLnBrk="1" hangingPunct="1"/>
            <a:endParaRPr lang="en-US" altLang="he-IL" dirty="0"/>
          </a:p>
          <a:p>
            <a:pPr lvl="1" algn="r" rtl="1" eaLnBrk="1" hangingPunct="1"/>
            <a:r>
              <a:rPr lang="he-IL" altLang="he-IL" dirty="0"/>
              <a:t>למשל, פונקציה המדפיסה למסך</a:t>
            </a:r>
          </a:p>
          <a:p>
            <a:pPr lvl="1" algn="ctr" rtl="1" eaLnBrk="1" hangingPunct="1">
              <a:buFont typeface="Wingdings" panose="05000000000000000000" pitchFamily="2" charset="2"/>
              <a:buNone/>
            </a:pPr>
            <a:r>
              <a:rPr lang="he-IL" altLang="he-IL" dirty="0"/>
              <a:t>  </a:t>
            </a:r>
            <a:r>
              <a:rPr lang="en-US" altLang="he-IL" dirty="0"/>
              <a:t>static </a:t>
            </a:r>
            <a:r>
              <a:rPr lang="en-US" altLang="he-IL" b="1" dirty="0"/>
              <a:t>void</a:t>
            </a:r>
            <a:r>
              <a:rPr lang="en-US" altLang="he-IL" dirty="0"/>
              <a:t> </a:t>
            </a:r>
            <a:r>
              <a:rPr lang="en-US" altLang="he-IL" dirty="0" err="1"/>
              <a:t>PrintRectangle</a:t>
            </a:r>
            <a:r>
              <a:rPr lang="en-US" altLang="he-IL" dirty="0"/>
              <a:t>(int base)</a:t>
            </a:r>
          </a:p>
          <a:p>
            <a:pPr lvl="1" algn="r" rtl="1" eaLnBrk="1" hangingPunct="1"/>
            <a:endParaRPr lang="he-IL" altLang="he-IL" dirty="0"/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4F9FD864-A0EC-4995-A52B-C3D33094DA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80000"/>
              </a:lnSpc>
            </a:pPr>
            <a:fld id="{DFB686D7-6C51-4283-8631-D62F3D1C2B96}" type="slidenum">
              <a:rPr lang="he-IL" altLang="he-IL" sz="1200">
                <a:solidFill>
                  <a:srgbClr val="FFFFFF"/>
                </a:solidFill>
              </a:rPr>
              <a:pPr eaLnBrk="1" hangingPunct="1">
                <a:lnSpc>
                  <a:spcPct val="80000"/>
                </a:lnSpc>
              </a:pPr>
              <a:t>10</a:t>
            </a:fld>
            <a:endParaRPr lang="en-US" altLang="he-IL" sz="12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F08049DB-895E-4A75-9806-07BD0AE3ED8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12775" y="228600"/>
            <a:ext cx="8153400" cy="990600"/>
          </a:xfrm>
        </p:spPr>
        <p:txBody>
          <a:bodyPr/>
          <a:lstStyle/>
          <a:p>
            <a:pPr algn="r" eaLnBrk="1" hangingPunct="1"/>
            <a:r>
              <a:rPr lang="he-IL" altLang="he-IL"/>
              <a:t>הצהרת פונקציה – </a:t>
            </a:r>
            <a:r>
              <a:rPr lang="he-IL" altLang="he-IL" sz="3600"/>
              <a:t>הפרמטרים המועברים</a:t>
            </a:r>
            <a:endParaRPr lang="en-US" altLang="he-IL"/>
          </a:p>
        </p:txBody>
      </p:sp>
      <p:sp>
        <p:nvSpPr>
          <p:cNvPr id="19459" name="Rectangle 3">
            <a:extLst>
              <a:ext uri="{FF2B5EF4-FFF2-40B4-BE49-F238E27FC236}">
                <a16:creationId xmlns:a16="http://schemas.microsoft.com/office/drawing/2014/main" id="{3042286B-1103-4007-BCFF-F31D394A63C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12775" y="1600200"/>
            <a:ext cx="8153400" cy="4495800"/>
          </a:xfrm>
        </p:spPr>
        <p:txBody>
          <a:bodyPr/>
          <a:lstStyle/>
          <a:p>
            <a:pPr algn="r" rtl="1" eaLnBrk="1" hangingPunct="1">
              <a:lnSpc>
                <a:spcPct val="90000"/>
              </a:lnSpc>
            </a:pPr>
            <a:r>
              <a:rPr lang="he-IL" altLang="he-IL" dirty="0"/>
              <a:t>רשימת הנתונים אשר הפונקציה מקבלת מופרדת ע"י פסיקים</a:t>
            </a:r>
          </a:p>
          <a:p>
            <a:pPr lvl="1" algn="r" rtl="1" eaLnBrk="1" hangingPunct="1">
              <a:lnSpc>
                <a:spcPct val="90000"/>
              </a:lnSpc>
            </a:pPr>
            <a:r>
              <a:rPr lang="he-IL" altLang="he-IL" dirty="0"/>
              <a:t>למשל, פונקציה המקבלת אורך ורוחב של מלבן ומחזירה את שטחו</a:t>
            </a:r>
          </a:p>
          <a:p>
            <a:pPr lvl="1" rtl="1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he-IL" dirty="0"/>
              <a:t>static int </a:t>
            </a:r>
            <a:r>
              <a:rPr lang="en-US" altLang="he-IL" dirty="0" err="1"/>
              <a:t>CalcRectangleArea</a:t>
            </a:r>
            <a:r>
              <a:rPr lang="en-US" altLang="he-IL" dirty="0"/>
              <a:t>(</a:t>
            </a:r>
            <a:r>
              <a:rPr lang="en-US" altLang="he-IL" b="1" dirty="0"/>
              <a:t>int height, int width</a:t>
            </a:r>
            <a:r>
              <a:rPr lang="en-US" altLang="he-IL" dirty="0"/>
              <a:t>)</a:t>
            </a:r>
          </a:p>
          <a:p>
            <a:pPr lvl="1" algn="r" rtl="1" eaLnBrk="1" hangingPunct="1">
              <a:lnSpc>
                <a:spcPct val="90000"/>
              </a:lnSpc>
            </a:pPr>
            <a:r>
              <a:rPr lang="he-IL" altLang="he-IL" dirty="0"/>
              <a:t>למשל, פונקציה המקבלת מספר </a:t>
            </a:r>
            <a:r>
              <a:rPr lang="en-US" altLang="he-IL" dirty="0"/>
              <a:t>n</a:t>
            </a:r>
            <a:r>
              <a:rPr lang="he-IL" altLang="he-IL" dirty="0"/>
              <a:t> ומחזירה </a:t>
            </a:r>
            <a:r>
              <a:rPr lang="en-US" altLang="he-IL" dirty="0"/>
              <a:t>n!</a:t>
            </a:r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he-IL" dirty="0"/>
              <a:t>static int Factorial(</a:t>
            </a:r>
            <a:r>
              <a:rPr lang="en-US" altLang="he-IL" b="1" dirty="0"/>
              <a:t>int num</a:t>
            </a:r>
            <a:r>
              <a:rPr lang="en-US" altLang="he-IL" dirty="0"/>
              <a:t>)  </a:t>
            </a:r>
            <a:endParaRPr lang="he-IL" altLang="he-IL" dirty="0"/>
          </a:p>
          <a:p>
            <a:pPr algn="r" rtl="1" eaLnBrk="1" hangingPunct="1">
              <a:lnSpc>
                <a:spcPct val="90000"/>
              </a:lnSpc>
            </a:pPr>
            <a:r>
              <a:rPr lang="he-IL" altLang="he-IL" dirty="0"/>
              <a:t>אם פונקציה לא מקבלת נתונים, אז רשימת הפרמטרים תהייה ריקה</a:t>
            </a:r>
          </a:p>
          <a:p>
            <a:pPr lvl="1" algn="r" rtl="1" eaLnBrk="1" hangingPunct="1">
              <a:lnSpc>
                <a:spcPct val="90000"/>
              </a:lnSpc>
            </a:pPr>
            <a:r>
              <a:rPr lang="he-IL" altLang="he-IL" dirty="0"/>
              <a:t>למשל, פונקציה הקוראת מהמשתמש את גילו ומחזירה אותו</a:t>
            </a:r>
          </a:p>
          <a:p>
            <a:pPr lvl="1" rtl="1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he-IL" dirty="0"/>
              <a:t>static int </a:t>
            </a:r>
            <a:r>
              <a:rPr lang="en-US" altLang="he-IL" dirty="0" err="1"/>
              <a:t>ReadAge</a:t>
            </a:r>
            <a:r>
              <a:rPr lang="en-US" altLang="he-IL" dirty="0"/>
              <a:t>();</a:t>
            </a:r>
            <a:endParaRPr lang="he-IL" altLang="he-IL" dirty="0"/>
          </a:p>
          <a:p>
            <a:pPr algn="r" rtl="1" eaLnBrk="1" hangingPunct="1">
              <a:lnSpc>
                <a:spcPct val="90000"/>
              </a:lnSpc>
            </a:pPr>
            <a:endParaRPr lang="en-US" altLang="he-IL" dirty="0"/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DCE68C3F-8684-4316-BDB3-E04ADD1874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80000"/>
              </a:lnSpc>
            </a:pPr>
            <a:fld id="{298E684B-0E0A-423D-8BBB-E1B19E8286FB}" type="slidenum">
              <a:rPr lang="he-IL" altLang="he-IL" sz="1200">
                <a:solidFill>
                  <a:srgbClr val="FFFFFF"/>
                </a:solidFill>
              </a:rPr>
              <a:pPr eaLnBrk="1" hangingPunct="1">
                <a:lnSpc>
                  <a:spcPct val="80000"/>
                </a:lnSpc>
              </a:pPr>
              <a:t>11</a:t>
            </a:fld>
            <a:endParaRPr lang="en-US" altLang="he-IL" sz="12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>
            <a:extLst>
              <a:ext uri="{FF2B5EF4-FFF2-40B4-BE49-F238E27FC236}">
                <a16:creationId xmlns:a16="http://schemas.microsoft.com/office/drawing/2014/main" id="{AB347304-D18F-4736-AFEE-83F3470B448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12775" y="228600"/>
            <a:ext cx="8153400" cy="990600"/>
          </a:xfrm>
        </p:spPr>
        <p:txBody>
          <a:bodyPr/>
          <a:lstStyle/>
          <a:p>
            <a:pPr algn="r" eaLnBrk="1" hangingPunct="1"/>
            <a:r>
              <a:rPr lang="he-IL" altLang="he-IL"/>
              <a:t>מימוש פונקציה</a:t>
            </a:r>
            <a:endParaRPr lang="en-US" altLang="he-IL"/>
          </a:p>
        </p:txBody>
      </p:sp>
      <p:sp>
        <p:nvSpPr>
          <p:cNvPr id="57347" name="Rectangle 3">
            <a:extLst>
              <a:ext uri="{FF2B5EF4-FFF2-40B4-BE49-F238E27FC236}">
                <a16:creationId xmlns:a16="http://schemas.microsoft.com/office/drawing/2014/main" id="{FD87F112-1187-4F11-A35E-E9F846C089B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5029200"/>
          </a:xfrm>
        </p:spPr>
        <p:txBody>
          <a:bodyPr/>
          <a:lstStyle/>
          <a:p>
            <a:pPr algn="r" rtl="1" eaLnBrk="1" hangingPunct="1">
              <a:lnSpc>
                <a:spcPct val="90000"/>
              </a:lnSpc>
              <a:defRPr/>
            </a:pPr>
            <a:r>
              <a:rPr lang="he-IL" dirty="0"/>
              <a:t>בגוף הפונקציה אנחנו מגדירים </a:t>
            </a:r>
            <a:r>
              <a:rPr lang="he-IL" b="1" dirty="0"/>
              <a:t>איך</a:t>
            </a:r>
            <a:r>
              <a:rPr lang="he-IL" dirty="0"/>
              <a:t> לעשות את הפעולה המבוקשת</a:t>
            </a:r>
          </a:p>
          <a:p>
            <a:pPr lvl="1" algn="r" rtl="1" eaLnBrk="1" hangingPunct="1">
              <a:lnSpc>
                <a:spcPct val="90000"/>
              </a:lnSpc>
              <a:defRPr/>
            </a:pPr>
            <a:r>
              <a:rPr lang="he-IL" dirty="0"/>
              <a:t>דוגמא למימוש פונקציה המקבלת בסיס ומעריך ,ומחזירה את החזקה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US" sz="2400" noProof="1"/>
              <a:t>static int Power(int </a:t>
            </a:r>
            <a:r>
              <a:rPr lang="en-US" sz="2400" dirty="0"/>
              <a:t>a</a:t>
            </a:r>
            <a:r>
              <a:rPr lang="en-US" sz="2400" noProof="1"/>
              <a:t>, int </a:t>
            </a:r>
            <a:r>
              <a:rPr lang="en-US" sz="2400" dirty="0"/>
              <a:t>b</a:t>
            </a:r>
            <a:r>
              <a:rPr lang="en-US" sz="2400" noProof="1"/>
              <a:t>)</a:t>
            </a:r>
            <a:endParaRPr lang="en-US" sz="2400" noProof="1"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US" sz="2400" noProof="1">
                <a:effectLst>
                  <a:outerShdw blurRad="38100" dist="38100" dir="2700000" algn="tl">
                    <a:srgbClr val="C0C0C0"/>
                  </a:outerShdw>
                </a:effectLst>
              </a:rPr>
              <a:t>{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US" sz="2400" noProof="1">
                <a:effectLst>
                  <a:outerShdw blurRad="38100" dist="38100" dir="2700000" algn="tl">
                    <a:srgbClr val="C0C0C0"/>
                  </a:outerShdw>
                </a:effectLst>
              </a:rPr>
              <a:t>	int i, result=1;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US" sz="2400" noProof="1">
                <a:effectLst>
                  <a:outerShdw blurRad="38100" dist="38100" dir="2700000" algn="tl">
                    <a:srgbClr val="C0C0C0"/>
                  </a:outerShdw>
                </a:effectLst>
              </a:rPr>
              <a:t>	for (i=0 ; i &lt; </a:t>
            </a:r>
            <a:r>
              <a:rPr lang="en-US" sz="24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b</a:t>
            </a:r>
            <a:r>
              <a:rPr lang="en-US" sz="2400" noProof="1">
                <a:effectLst>
                  <a:outerShdw blurRad="38100" dist="38100" dir="2700000" algn="tl">
                    <a:srgbClr val="C0C0C0"/>
                  </a:outerShdw>
                </a:effectLst>
              </a:rPr>
              <a:t> ; i++)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US" sz="2400" noProof="1">
                <a:effectLst>
                  <a:outerShdw blurRad="38100" dist="38100" dir="2700000" algn="tl">
                    <a:srgbClr val="C0C0C0"/>
                  </a:outerShdw>
                </a:effectLst>
              </a:rPr>
              <a:t>		result *= </a:t>
            </a:r>
            <a:r>
              <a:rPr lang="en-US" sz="24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a</a:t>
            </a:r>
            <a:r>
              <a:rPr lang="en-US" sz="2400" noProof="1">
                <a:effectLst>
                  <a:outerShdw blurRad="38100" dist="38100" dir="2700000" algn="tl">
                    <a:srgbClr val="C0C0C0"/>
                  </a:outerShdw>
                </a:effectLst>
              </a:rPr>
              <a:t>;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US" sz="2400" noProof="1">
                <a:effectLst>
                  <a:outerShdw blurRad="38100" dist="38100" dir="2700000" algn="tl">
                    <a:srgbClr val="C0C0C0"/>
                  </a:outerShdw>
                </a:effectLst>
              </a:rPr>
              <a:t>	return result;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US" sz="2400" noProof="1">
                <a:effectLst>
                  <a:outerShdw blurRad="38100" dist="38100" dir="2700000" algn="tl">
                    <a:srgbClr val="C0C0C0"/>
                  </a:outerShdw>
                </a:effectLst>
              </a:rPr>
              <a:t>}</a:t>
            </a:r>
            <a:endParaRPr lang="en-US" sz="2400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57348" name="AutoShape 4">
            <a:extLst>
              <a:ext uri="{FF2B5EF4-FFF2-40B4-BE49-F238E27FC236}">
                <a16:creationId xmlns:a16="http://schemas.microsoft.com/office/drawing/2014/main" id="{36805DC5-BB97-4904-A17C-87C8001BD8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38600" y="5486400"/>
            <a:ext cx="4038600" cy="685800"/>
          </a:xfrm>
          <a:prstGeom prst="wedgeRectCallout">
            <a:avLst>
              <a:gd name="adj1" fmla="val -86662"/>
              <a:gd name="adj2" fmla="val -35259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 eaLnBrk="1" hangingPunct="1"/>
            <a:r>
              <a:rPr lang="he-IL" altLang="he-IL" b="1">
                <a:solidFill>
                  <a:schemeClr val="bg1"/>
                </a:solidFill>
              </a:rPr>
              <a:t>הפקודה </a:t>
            </a:r>
            <a:r>
              <a:rPr lang="en-US" altLang="he-IL" b="1">
                <a:solidFill>
                  <a:schemeClr val="bg1"/>
                </a:solidFill>
              </a:rPr>
              <a:t>return</a:t>
            </a:r>
            <a:r>
              <a:rPr lang="he-IL" altLang="he-IL" b="1">
                <a:solidFill>
                  <a:schemeClr val="bg1"/>
                </a:solidFill>
              </a:rPr>
              <a:t> מציינת הפסקת ביצוע הפקודות בפונקציה והחזרת ערך המשתנה</a:t>
            </a:r>
            <a:endParaRPr lang="en-US" altLang="he-IL" b="1">
              <a:solidFill>
                <a:schemeClr val="bg1"/>
              </a:solidFill>
            </a:endParaRPr>
          </a:p>
        </p:txBody>
      </p:sp>
      <p:sp>
        <p:nvSpPr>
          <p:cNvPr id="20485" name="Slide Number Placeholder 3">
            <a:extLst>
              <a:ext uri="{FF2B5EF4-FFF2-40B4-BE49-F238E27FC236}">
                <a16:creationId xmlns:a16="http://schemas.microsoft.com/office/drawing/2014/main" id="{7FFBDDC0-4809-4DFE-9869-A2A903E047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10400" y="6400800"/>
            <a:ext cx="2133600" cy="457200"/>
          </a:xfrm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rtl="1" eaLnBrk="1" hangingPunct="1">
              <a:lnSpc>
                <a:spcPct val="90000"/>
              </a:lnSpc>
            </a:pPr>
            <a:fld id="{CDD27829-4850-4EB5-8D36-64F854B23F76}" type="slidenum">
              <a:rPr lang="he-IL" altLang="he-IL" sz="1300">
                <a:solidFill>
                  <a:srgbClr val="FFFFFF"/>
                </a:solidFill>
              </a:rPr>
              <a:pPr algn="r" rtl="1" eaLnBrk="1" hangingPunct="1">
                <a:lnSpc>
                  <a:spcPct val="90000"/>
                </a:lnSpc>
              </a:pPr>
              <a:t>12</a:t>
            </a:fld>
            <a:endParaRPr lang="he-IL" altLang="he-IL" sz="1300">
              <a:solidFill>
                <a:srgbClr val="FFFFFF"/>
              </a:solidFill>
            </a:endParaRPr>
          </a:p>
          <a:p>
            <a:pPr algn="r" rtl="1" eaLnBrk="1" hangingPunct="1">
              <a:lnSpc>
                <a:spcPct val="90000"/>
              </a:lnSpc>
            </a:pPr>
            <a:r>
              <a:rPr lang="en-US" altLang="he-IL" sz="1300">
                <a:solidFill>
                  <a:srgbClr val="FFFFFF"/>
                </a:solidFill>
              </a:rPr>
              <a:t>© Keren Kalif</a:t>
            </a:r>
          </a:p>
          <a:p>
            <a:pPr algn="r" rtl="1" eaLnBrk="1" hangingPunct="1">
              <a:lnSpc>
                <a:spcPct val="90000"/>
              </a:lnSpc>
            </a:pPr>
            <a:endParaRPr lang="en-US" altLang="he-IL" sz="1300">
              <a:solidFill>
                <a:srgbClr val="FFFFFF"/>
              </a:solidFill>
            </a:endParaRP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30E6B781-F402-49DC-BD11-350ABAAD79C1}"/>
              </a:ext>
            </a:extLst>
          </p:cNvPr>
          <p:cNvSpPr txBox="1">
            <a:spLocks/>
          </p:cNvSpPr>
          <p:nvPr/>
        </p:nvSpPr>
        <p:spPr>
          <a:xfrm>
            <a:off x="0" y="1271588"/>
            <a:ext cx="533400" cy="244475"/>
          </a:xfrm>
          <a:prstGeom prst="rect">
            <a:avLst/>
          </a:prstGeom>
        </p:spPr>
        <p:txBody>
          <a:bodyPr anchor="ctr">
            <a:norm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80000"/>
              </a:lnSpc>
            </a:pPr>
            <a:fld id="{557E19BA-EB31-489A-A394-B7E9C46E357A}" type="slidenum">
              <a:rPr lang="he-IL" altLang="he-IL" sz="1200" b="1">
                <a:solidFill>
                  <a:srgbClr val="FFFFFF"/>
                </a:solidFill>
              </a:rPr>
              <a:pPr algn="ctr" eaLnBrk="1" hangingPunct="1">
                <a:lnSpc>
                  <a:spcPct val="80000"/>
                </a:lnSpc>
              </a:pPr>
              <a:t>12</a:t>
            </a:fld>
            <a:endParaRPr lang="en-US" altLang="he-IL" sz="1200" b="1">
              <a:solidFill>
                <a:srgbClr val="FFFFFF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573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348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1">
            <a:extLst>
              <a:ext uri="{FF2B5EF4-FFF2-40B4-BE49-F238E27FC236}">
                <a16:creationId xmlns:a16="http://schemas.microsoft.com/office/drawing/2014/main" id="{A668CD00-6021-4CF1-A9CF-C93D4D673E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775" y="228600"/>
            <a:ext cx="8153400" cy="990600"/>
          </a:xfrm>
        </p:spPr>
        <p:txBody>
          <a:bodyPr/>
          <a:lstStyle/>
          <a:p>
            <a:pPr algn="r" rtl="1" eaLnBrk="1" hangingPunct="1"/>
            <a:r>
              <a:rPr lang="he-IL" altLang="he-IL"/>
              <a:t>הפקודה </a:t>
            </a:r>
            <a:r>
              <a:rPr lang="en-US" altLang="he-IL"/>
              <a:t>return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3A2B5B-365C-4A74-8761-FB8CC237EE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029200"/>
          </a:xfrm>
        </p:spPr>
        <p:txBody>
          <a:bodyPr/>
          <a:lstStyle/>
          <a:p>
            <a:pPr algn="r" rtl="1" eaLnBrk="1" hangingPunct="1">
              <a:lnSpc>
                <a:spcPct val="80000"/>
              </a:lnSpc>
              <a:defRPr/>
            </a:pPr>
            <a:r>
              <a:rPr lang="he-IL" sz="2600" dirty="0"/>
              <a:t>הפקודה </a:t>
            </a:r>
            <a:r>
              <a:rPr lang="en-US" sz="2600" dirty="0"/>
              <a:t>return</a:t>
            </a:r>
            <a:r>
              <a:rPr lang="he-IL" sz="2600" dirty="0"/>
              <a:t> תיכתב באחת מן הדרכים:</a:t>
            </a:r>
          </a:p>
          <a:p>
            <a:pPr marL="914400" lvl="1" indent="-457200" algn="r" rtl="1" eaLnBrk="1" hangingPunct="1">
              <a:lnSpc>
                <a:spcPct val="80000"/>
              </a:lnSpc>
              <a:buFont typeface="+mj-lt"/>
              <a:buAutoNum type="arabicPeriod"/>
              <a:defRPr/>
            </a:pPr>
            <a:r>
              <a:rPr lang="he-IL" sz="2200" dirty="0"/>
              <a:t>עם שם משתנה אחריה, למשל:	 </a:t>
            </a:r>
            <a:r>
              <a:rPr lang="en-US" sz="2200" dirty="0"/>
              <a:t>return x;</a:t>
            </a:r>
          </a:p>
          <a:p>
            <a:pPr lvl="1" algn="r" rtl="1"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sz="2200" dirty="0"/>
              <a:t>		</a:t>
            </a:r>
            <a:r>
              <a:rPr lang="he-IL" sz="2200" dirty="0"/>
              <a:t>שורה זו תבצע: </a:t>
            </a:r>
          </a:p>
          <a:p>
            <a:pPr marL="2171700" lvl="4" indent="-342900" algn="r" rtl="1" eaLnBrk="1" hangingPunct="1">
              <a:lnSpc>
                <a:spcPct val="80000"/>
              </a:lnSpc>
              <a:buFont typeface="+mj-lt"/>
              <a:buAutoNum type="arabicPeriod"/>
              <a:defRPr/>
            </a:pPr>
            <a:r>
              <a:rPr lang="he-IL" sz="1800" dirty="0"/>
              <a:t>השמת הערך המוחזר כערך של </a:t>
            </a:r>
            <a:r>
              <a:rPr lang="en-US" sz="1800" dirty="0"/>
              <a:t>x</a:t>
            </a:r>
            <a:r>
              <a:rPr lang="he-IL" sz="1800" dirty="0"/>
              <a:t> </a:t>
            </a:r>
          </a:p>
          <a:p>
            <a:pPr marL="2171700" lvl="4" indent="-342900" algn="r" rtl="1" eaLnBrk="1" hangingPunct="1">
              <a:lnSpc>
                <a:spcPct val="80000"/>
              </a:lnSpc>
              <a:buFont typeface="+mj-lt"/>
              <a:buAutoNum type="arabicPeriod"/>
              <a:defRPr/>
            </a:pPr>
            <a:r>
              <a:rPr lang="he-IL" sz="1800" dirty="0"/>
              <a:t>יציאה מגוף הפונקציה וחזרה לביצוע הפונקציה הקוראת החל משורת הקוד בו קראה לפונקציה היוצאת</a:t>
            </a:r>
          </a:p>
          <a:p>
            <a:pPr marL="914400" lvl="1" indent="-457200" algn="r" rtl="1" eaLnBrk="1" hangingPunct="1">
              <a:lnSpc>
                <a:spcPct val="80000"/>
              </a:lnSpc>
              <a:buFont typeface="+mj-lt"/>
              <a:buAutoNum type="arabicPeriod" startAt="2"/>
              <a:defRPr/>
            </a:pPr>
            <a:endParaRPr lang="he-IL" sz="2200" dirty="0"/>
          </a:p>
          <a:p>
            <a:pPr marL="914400" lvl="1" indent="-457200" algn="r" rtl="1" eaLnBrk="1" hangingPunct="1">
              <a:lnSpc>
                <a:spcPct val="80000"/>
              </a:lnSpc>
              <a:buFont typeface="+mj-lt"/>
              <a:buAutoNum type="arabicPeriod" startAt="2"/>
              <a:defRPr/>
            </a:pPr>
            <a:r>
              <a:rPr lang="he-IL" sz="2200" dirty="0"/>
              <a:t>ללא שם משתנה אחריה:</a:t>
            </a:r>
            <a:r>
              <a:rPr lang="he-IL" dirty="0"/>
              <a:t>               </a:t>
            </a:r>
            <a:r>
              <a:rPr lang="en-US" dirty="0"/>
              <a:t>return;</a:t>
            </a:r>
          </a:p>
          <a:p>
            <a:pPr lvl="1" algn="r" rtl="1"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sz="2200" dirty="0"/>
              <a:t>		</a:t>
            </a:r>
            <a:r>
              <a:rPr lang="he-IL" sz="2200" dirty="0"/>
              <a:t>שורה זו תבצע: </a:t>
            </a:r>
          </a:p>
          <a:p>
            <a:pPr marL="2171700" lvl="4" indent="-342900" algn="r" rtl="1" eaLnBrk="1" hangingPunct="1">
              <a:lnSpc>
                <a:spcPct val="80000"/>
              </a:lnSpc>
              <a:buFont typeface="+mj-lt"/>
              <a:buAutoNum type="arabicPeriod"/>
              <a:defRPr/>
            </a:pPr>
            <a:r>
              <a:rPr lang="he-IL" sz="1800" dirty="0"/>
              <a:t>יציאה מגוף הפונקציה בנקודה זו וחזרה לביצוע הפונקציה הקוראת החל משורת הקוד בו קראה לפונקציה היוצאת.</a:t>
            </a:r>
          </a:p>
          <a:p>
            <a:pPr marL="2171700" lvl="4" indent="-342900" algn="r" rtl="1" eaLnBrk="1" hangingPunct="1">
              <a:lnSpc>
                <a:spcPct val="80000"/>
              </a:lnSpc>
              <a:buFont typeface="+mj-lt"/>
              <a:buAutoNum type="arabicPeriod"/>
              <a:defRPr/>
            </a:pPr>
            <a:endParaRPr lang="en-GB" sz="1800" dirty="0"/>
          </a:p>
          <a:p>
            <a:pPr algn="r" rtl="1" eaLnBrk="1" hangingPunct="1">
              <a:lnSpc>
                <a:spcPct val="80000"/>
              </a:lnSpc>
              <a:defRPr/>
            </a:pPr>
            <a:r>
              <a:rPr lang="he-IL" sz="2600" dirty="0"/>
              <a:t>אם לא רשומה פקודת </a:t>
            </a:r>
            <a:r>
              <a:rPr lang="en-US" sz="2600" dirty="0"/>
              <a:t>return</a:t>
            </a:r>
            <a:r>
              <a:rPr lang="he-IL" sz="2600" dirty="0"/>
              <a:t> בפונקציה, יתבצע קוד הפונקציה מתחילתה ועד סופה (עד לסוגריים המסיימים את גוף הפונקציה). מקרה כזה יתכן רק לפונקציה שהערך המוחזר שלה הוא </a:t>
            </a:r>
            <a:r>
              <a:rPr lang="en-US" sz="2600" dirty="0"/>
              <a:t>void</a:t>
            </a:r>
            <a:endParaRPr lang="en-GB" sz="2600" dirty="0"/>
          </a:p>
          <a:p>
            <a:pPr algn="r" rtl="1" eaLnBrk="1" hangingPunct="1">
              <a:defRPr/>
            </a:pPr>
            <a:endParaRPr lang="en-US" dirty="0"/>
          </a:p>
        </p:txBody>
      </p:sp>
      <p:sp>
        <p:nvSpPr>
          <p:cNvPr id="21508" name="Slide Number Placeholder 3">
            <a:extLst>
              <a:ext uri="{FF2B5EF4-FFF2-40B4-BE49-F238E27FC236}">
                <a16:creationId xmlns:a16="http://schemas.microsoft.com/office/drawing/2014/main" id="{C36D25B6-3305-4658-AD3B-0B702FF8D0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10400" y="6400800"/>
            <a:ext cx="2133600" cy="457200"/>
          </a:xfrm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rtl="1" eaLnBrk="1" hangingPunct="1">
              <a:lnSpc>
                <a:spcPct val="90000"/>
              </a:lnSpc>
            </a:pPr>
            <a:fld id="{526534D8-28F7-4B4E-ABC5-1DC6DE7829A0}" type="slidenum">
              <a:rPr lang="he-IL" altLang="he-IL" sz="1300">
                <a:solidFill>
                  <a:srgbClr val="FFFFFF"/>
                </a:solidFill>
              </a:rPr>
              <a:pPr algn="r" rtl="1" eaLnBrk="1" hangingPunct="1">
                <a:lnSpc>
                  <a:spcPct val="90000"/>
                </a:lnSpc>
              </a:pPr>
              <a:t>13</a:t>
            </a:fld>
            <a:endParaRPr lang="he-IL" altLang="he-IL" sz="1300">
              <a:solidFill>
                <a:srgbClr val="FFFFFF"/>
              </a:solidFill>
            </a:endParaRPr>
          </a:p>
          <a:p>
            <a:pPr algn="r" rtl="1" eaLnBrk="1" hangingPunct="1">
              <a:lnSpc>
                <a:spcPct val="90000"/>
              </a:lnSpc>
            </a:pPr>
            <a:r>
              <a:rPr lang="en-US" altLang="he-IL" sz="1300">
                <a:solidFill>
                  <a:srgbClr val="FFFFFF"/>
                </a:solidFill>
              </a:rPr>
              <a:t>© Keren Kalif</a:t>
            </a:r>
          </a:p>
          <a:p>
            <a:pPr algn="r" rtl="1" eaLnBrk="1" hangingPunct="1">
              <a:lnSpc>
                <a:spcPct val="90000"/>
              </a:lnSpc>
            </a:pPr>
            <a:endParaRPr lang="en-US" altLang="he-IL" sz="1300">
              <a:solidFill>
                <a:srgbClr val="FFFFFF"/>
              </a:solidFill>
            </a:endParaRP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2625E4F3-63EF-4F63-846F-B5A8516EA111}"/>
              </a:ext>
            </a:extLst>
          </p:cNvPr>
          <p:cNvSpPr txBox="1">
            <a:spLocks/>
          </p:cNvSpPr>
          <p:nvPr/>
        </p:nvSpPr>
        <p:spPr>
          <a:xfrm>
            <a:off x="0" y="1271588"/>
            <a:ext cx="533400" cy="244475"/>
          </a:xfrm>
          <a:prstGeom prst="rect">
            <a:avLst/>
          </a:prstGeom>
        </p:spPr>
        <p:txBody>
          <a:bodyPr anchor="ctr">
            <a:norm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80000"/>
              </a:lnSpc>
            </a:pPr>
            <a:fld id="{57D5228E-CCCB-46C8-9552-EA1E92194E80}" type="slidenum">
              <a:rPr lang="he-IL" altLang="he-IL" sz="1200" b="1">
                <a:solidFill>
                  <a:srgbClr val="FFFFFF"/>
                </a:solidFill>
              </a:rPr>
              <a:pPr algn="ctr" eaLnBrk="1" hangingPunct="1">
                <a:lnSpc>
                  <a:spcPct val="80000"/>
                </a:lnSpc>
              </a:pPr>
              <a:t>13</a:t>
            </a:fld>
            <a:endParaRPr lang="en-US" altLang="he-IL" sz="1200" b="1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מלבן 20">
            <a:extLst>
              <a:ext uri="{FF2B5EF4-FFF2-40B4-BE49-F238E27FC236}">
                <a16:creationId xmlns:a16="http://schemas.microsoft.com/office/drawing/2014/main" id="{F44BA640-C2F9-4588-A78E-5414A72421CA}"/>
              </a:ext>
            </a:extLst>
          </p:cNvPr>
          <p:cNvSpPr/>
          <p:nvPr/>
        </p:nvSpPr>
        <p:spPr>
          <a:xfrm>
            <a:off x="-519112" y="2317552"/>
            <a:ext cx="6858000" cy="46166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static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1400" dirty="0">
                <a:solidFill>
                  <a:srgbClr val="795E26"/>
                </a:solidFill>
                <a:latin typeface="Consolas" panose="020B0609020204030204" pitchFamily="49" charset="0"/>
              </a:rPr>
              <a:t>Pow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1400" dirty="0">
                <a:solidFill>
                  <a:srgbClr val="001080"/>
                </a:solidFill>
                <a:latin typeface="Consolas" panose="020B0609020204030204" pitchFamily="49" charset="0"/>
              </a:rPr>
              <a:t>basis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1400" dirty="0">
                <a:solidFill>
                  <a:srgbClr val="001080"/>
                </a:solidFill>
                <a:latin typeface="Consolas" panose="020B0609020204030204" pitchFamily="49" charset="0"/>
              </a:rPr>
              <a:t>exponent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pPr algn="l"/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{</a:t>
            </a:r>
          </a:p>
          <a:p>
            <a:pPr algn="l"/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    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1400" dirty="0">
                <a:solidFill>
                  <a:srgbClr val="001080"/>
                </a:solidFill>
                <a:latin typeface="Consolas" panose="020B0609020204030204" pitchFamily="49" charset="0"/>
              </a:rPr>
              <a:t>res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= </a:t>
            </a:r>
            <a:r>
              <a:rPr lang="en-US" sz="1400" dirty="0">
                <a:solidFill>
                  <a:srgbClr val="09885A"/>
                </a:solidFill>
                <a:latin typeface="Consolas" panose="020B0609020204030204" pitchFamily="49" charset="0"/>
              </a:rPr>
              <a:t>1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algn="l"/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    </a:t>
            </a:r>
            <a:r>
              <a:rPr lang="en-US" sz="1400" dirty="0">
                <a:solidFill>
                  <a:srgbClr val="AF00DB"/>
                </a:solidFill>
                <a:latin typeface="Consolas" panose="020B0609020204030204" pitchFamily="49" charset="0"/>
              </a:rPr>
              <a:t>for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(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1400" dirty="0" err="1">
                <a:solidFill>
                  <a:srgbClr val="001080"/>
                </a:solidFill>
                <a:latin typeface="Consolas" panose="020B0609020204030204" pitchFamily="49" charset="0"/>
              </a:rPr>
              <a:t>i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= </a:t>
            </a:r>
            <a:r>
              <a:rPr lang="en-US" sz="1400" dirty="0">
                <a:solidFill>
                  <a:srgbClr val="09885A"/>
                </a:solidFill>
                <a:latin typeface="Consolas" panose="020B0609020204030204" pitchFamily="49" charset="0"/>
              </a:rPr>
              <a:t>0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; </a:t>
            </a:r>
            <a:r>
              <a:rPr lang="en-US" sz="1400" dirty="0" err="1">
                <a:solidFill>
                  <a:srgbClr val="001080"/>
                </a:solidFill>
                <a:latin typeface="Consolas" panose="020B0609020204030204" pitchFamily="49" charset="0"/>
              </a:rPr>
              <a:t>i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&lt; </a:t>
            </a:r>
            <a:r>
              <a:rPr lang="en-US" sz="1400" dirty="0">
                <a:solidFill>
                  <a:srgbClr val="001080"/>
                </a:solidFill>
                <a:latin typeface="Consolas" panose="020B0609020204030204" pitchFamily="49" charset="0"/>
              </a:rPr>
              <a:t>exponent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; </a:t>
            </a:r>
            <a:r>
              <a:rPr lang="en-US" sz="1400" dirty="0" err="1">
                <a:solidFill>
                  <a:srgbClr val="001080"/>
                </a:solidFill>
                <a:latin typeface="Consolas" panose="020B0609020204030204" pitchFamily="49" charset="0"/>
              </a:rPr>
              <a:t>i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++)</a:t>
            </a:r>
          </a:p>
          <a:p>
            <a:pPr algn="l"/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    {</a:t>
            </a:r>
          </a:p>
          <a:p>
            <a:pPr algn="l"/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        </a:t>
            </a:r>
            <a:r>
              <a:rPr lang="en-US" sz="1400" dirty="0">
                <a:solidFill>
                  <a:srgbClr val="001080"/>
                </a:solidFill>
                <a:latin typeface="Consolas" panose="020B0609020204030204" pitchFamily="49" charset="0"/>
              </a:rPr>
              <a:t>res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*= </a:t>
            </a:r>
            <a:r>
              <a:rPr lang="en-US" sz="1400" dirty="0">
                <a:solidFill>
                  <a:srgbClr val="001080"/>
                </a:solidFill>
                <a:latin typeface="Consolas" panose="020B0609020204030204" pitchFamily="49" charset="0"/>
              </a:rPr>
              <a:t>basis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algn="l"/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    }</a:t>
            </a:r>
          </a:p>
          <a:p>
            <a:pPr algn="l"/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    </a:t>
            </a:r>
            <a:r>
              <a:rPr lang="en-US" sz="1400" dirty="0">
                <a:solidFill>
                  <a:srgbClr val="AF00DB"/>
                </a:solidFill>
                <a:latin typeface="Consolas" panose="020B0609020204030204" pitchFamily="49" charset="0"/>
              </a:rPr>
              <a:t>return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1400" dirty="0">
                <a:solidFill>
                  <a:srgbClr val="001080"/>
                </a:solidFill>
                <a:latin typeface="Consolas" panose="020B0609020204030204" pitchFamily="49" charset="0"/>
              </a:rPr>
              <a:t>res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algn="l"/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}</a:t>
            </a:r>
          </a:p>
          <a:p>
            <a:pPr algn="l"/>
            <a:b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static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1400" dirty="0">
                <a:solidFill>
                  <a:srgbClr val="795E26"/>
                </a:solidFill>
                <a:latin typeface="Consolas" panose="020B0609020204030204" pitchFamily="49" charset="0"/>
              </a:rPr>
              <a:t>Main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string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[] </a:t>
            </a:r>
            <a:r>
              <a:rPr lang="en-US" sz="1400" dirty="0" err="1">
                <a:solidFill>
                  <a:srgbClr val="001080"/>
                </a:solidFill>
                <a:latin typeface="Consolas" panose="020B0609020204030204" pitchFamily="49" charset="0"/>
              </a:rPr>
              <a:t>args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pPr algn="l"/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{</a:t>
            </a:r>
          </a:p>
          <a:p>
            <a:pPr algn="l"/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    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1400" dirty="0">
                <a:solidFill>
                  <a:srgbClr val="001080"/>
                </a:solidFill>
                <a:latin typeface="Consolas" panose="020B0609020204030204" pitchFamily="49" charset="0"/>
              </a:rPr>
              <a:t>base1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1400" dirty="0">
                <a:solidFill>
                  <a:srgbClr val="001080"/>
                </a:solidFill>
                <a:latin typeface="Consolas" panose="020B0609020204030204" pitchFamily="49" charset="0"/>
              </a:rPr>
              <a:t>pow1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1400" dirty="0">
                <a:solidFill>
                  <a:srgbClr val="001080"/>
                </a:solidFill>
                <a:latin typeface="Consolas" panose="020B0609020204030204" pitchFamily="49" charset="0"/>
              </a:rPr>
              <a:t>res1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algn="l"/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    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1400" dirty="0">
                <a:solidFill>
                  <a:srgbClr val="001080"/>
                </a:solidFill>
                <a:latin typeface="Consolas" panose="020B0609020204030204" pitchFamily="49" charset="0"/>
              </a:rPr>
              <a:t>base2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1400" dirty="0">
                <a:solidFill>
                  <a:srgbClr val="001080"/>
                </a:solidFill>
                <a:latin typeface="Consolas" panose="020B0609020204030204" pitchFamily="49" charset="0"/>
              </a:rPr>
              <a:t>pow2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1400" dirty="0">
                <a:solidFill>
                  <a:srgbClr val="001080"/>
                </a:solidFill>
                <a:latin typeface="Consolas" panose="020B0609020204030204" pitchFamily="49" charset="0"/>
              </a:rPr>
              <a:t>res2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algn="l"/>
            <a:b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    </a:t>
            </a:r>
            <a:r>
              <a:rPr lang="en-US" sz="1400" dirty="0" err="1">
                <a:solidFill>
                  <a:srgbClr val="001080"/>
                </a:solidFill>
                <a:latin typeface="Consolas" panose="020B0609020204030204" pitchFamily="49" charset="0"/>
              </a:rPr>
              <a:t>Console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400" dirty="0" err="1">
                <a:solidFill>
                  <a:srgbClr val="795E26"/>
                </a:solidFill>
                <a:latin typeface="Consolas" panose="020B0609020204030204" pitchFamily="49" charset="0"/>
              </a:rPr>
              <a:t>WriteLine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"Enter base and power:"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algn="l"/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    </a:t>
            </a:r>
            <a:r>
              <a:rPr lang="en-US" sz="1400" dirty="0">
                <a:solidFill>
                  <a:srgbClr val="001080"/>
                </a:solidFill>
                <a:latin typeface="Consolas" panose="020B0609020204030204" pitchFamily="49" charset="0"/>
              </a:rPr>
              <a:t>base1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= </a:t>
            </a:r>
            <a:r>
              <a:rPr lang="en-US" sz="1400" dirty="0" err="1">
                <a:solidFill>
                  <a:srgbClr val="001080"/>
                </a:solidFill>
                <a:latin typeface="Consolas" panose="020B0609020204030204" pitchFamily="49" charset="0"/>
              </a:rPr>
              <a:t>int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400" dirty="0" err="1">
                <a:solidFill>
                  <a:srgbClr val="795E26"/>
                </a:solidFill>
                <a:latin typeface="Consolas" panose="020B0609020204030204" pitchFamily="49" charset="0"/>
              </a:rPr>
              <a:t>Parse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 err="1">
                <a:solidFill>
                  <a:srgbClr val="001080"/>
                </a:solidFill>
                <a:latin typeface="Consolas" panose="020B0609020204030204" pitchFamily="49" charset="0"/>
              </a:rPr>
              <a:t>Console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400" dirty="0" err="1">
                <a:solidFill>
                  <a:srgbClr val="795E26"/>
                </a:solidFill>
                <a:latin typeface="Consolas" panose="020B0609020204030204" pitchFamily="49" charset="0"/>
              </a:rPr>
              <a:t>ReadLine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());</a:t>
            </a:r>
          </a:p>
          <a:p>
            <a:pPr algn="l"/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    </a:t>
            </a:r>
            <a:r>
              <a:rPr lang="en-US" sz="1400" dirty="0">
                <a:solidFill>
                  <a:srgbClr val="001080"/>
                </a:solidFill>
                <a:latin typeface="Consolas" panose="020B0609020204030204" pitchFamily="49" charset="0"/>
              </a:rPr>
              <a:t>pow1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= </a:t>
            </a:r>
            <a:r>
              <a:rPr lang="en-US" sz="1400" dirty="0" err="1">
                <a:solidFill>
                  <a:srgbClr val="001080"/>
                </a:solidFill>
                <a:latin typeface="Consolas" panose="020B0609020204030204" pitchFamily="49" charset="0"/>
              </a:rPr>
              <a:t>int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400" dirty="0" err="1">
                <a:solidFill>
                  <a:srgbClr val="795E26"/>
                </a:solidFill>
                <a:latin typeface="Consolas" panose="020B0609020204030204" pitchFamily="49" charset="0"/>
              </a:rPr>
              <a:t>Parse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 err="1">
                <a:solidFill>
                  <a:srgbClr val="001080"/>
                </a:solidFill>
                <a:latin typeface="Consolas" panose="020B0609020204030204" pitchFamily="49" charset="0"/>
              </a:rPr>
              <a:t>Console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400" dirty="0" err="1">
                <a:solidFill>
                  <a:srgbClr val="795E26"/>
                </a:solidFill>
                <a:latin typeface="Consolas" panose="020B0609020204030204" pitchFamily="49" charset="0"/>
              </a:rPr>
              <a:t>ReadLine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());</a:t>
            </a:r>
          </a:p>
          <a:p>
            <a:pPr algn="l"/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    </a:t>
            </a:r>
            <a:r>
              <a:rPr lang="en-US" sz="1400" dirty="0">
                <a:solidFill>
                  <a:srgbClr val="001080"/>
                </a:solidFill>
                <a:latin typeface="Consolas" panose="020B0609020204030204" pitchFamily="49" charset="0"/>
              </a:rPr>
              <a:t>res1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= </a:t>
            </a:r>
            <a:r>
              <a:rPr lang="en-US" sz="1400" dirty="0">
                <a:solidFill>
                  <a:srgbClr val="795E26"/>
                </a:solidFill>
                <a:latin typeface="Consolas" panose="020B0609020204030204" pitchFamily="49" charset="0"/>
              </a:rPr>
              <a:t>Pow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srgbClr val="001080"/>
                </a:solidFill>
                <a:latin typeface="Consolas" panose="020B0609020204030204" pitchFamily="49" charset="0"/>
              </a:rPr>
              <a:t>base1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1400" dirty="0">
                <a:solidFill>
                  <a:srgbClr val="001080"/>
                </a:solidFill>
                <a:latin typeface="Consolas" panose="020B0609020204030204" pitchFamily="49" charset="0"/>
              </a:rPr>
              <a:t>pow1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algn="l"/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    </a:t>
            </a:r>
            <a:r>
              <a:rPr lang="en-US" sz="1400" dirty="0" err="1">
                <a:solidFill>
                  <a:srgbClr val="001080"/>
                </a:solidFill>
                <a:latin typeface="Consolas" panose="020B0609020204030204" pitchFamily="49" charset="0"/>
              </a:rPr>
              <a:t>Console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400" dirty="0" err="1">
                <a:solidFill>
                  <a:srgbClr val="795E26"/>
                </a:solidFill>
                <a:latin typeface="Consolas" panose="020B0609020204030204" pitchFamily="49" charset="0"/>
              </a:rPr>
              <a:t>WriteLine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"{0}^{1}={2}"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1400" dirty="0">
                <a:solidFill>
                  <a:srgbClr val="001080"/>
                </a:solidFill>
                <a:latin typeface="Consolas" panose="020B0609020204030204" pitchFamily="49" charset="0"/>
              </a:rPr>
              <a:t>base1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1400" dirty="0">
                <a:solidFill>
                  <a:srgbClr val="001080"/>
                </a:solidFill>
                <a:latin typeface="Consolas" panose="020B0609020204030204" pitchFamily="49" charset="0"/>
              </a:rPr>
              <a:t>pow1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1400" dirty="0">
                <a:solidFill>
                  <a:srgbClr val="001080"/>
                </a:solidFill>
                <a:latin typeface="Consolas" panose="020B0609020204030204" pitchFamily="49" charset="0"/>
              </a:rPr>
              <a:t>res1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algn="l"/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}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22531" name="Rectangle 2">
            <a:extLst>
              <a:ext uri="{FF2B5EF4-FFF2-40B4-BE49-F238E27FC236}">
                <a16:creationId xmlns:a16="http://schemas.microsoft.com/office/drawing/2014/main" id="{26B300D9-6C64-4643-BA19-F51BF9F94F9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12775" y="228600"/>
            <a:ext cx="8153400" cy="990600"/>
          </a:xfrm>
        </p:spPr>
        <p:txBody>
          <a:bodyPr/>
          <a:lstStyle/>
          <a:p>
            <a:pPr algn="r" eaLnBrk="1" hangingPunct="1"/>
            <a:r>
              <a:rPr lang="he-IL" altLang="he-IL"/>
              <a:t>תוכנית שלמה עם פונקציה</a:t>
            </a:r>
            <a:endParaRPr lang="en-US" altLang="he-IL"/>
          </a:p>
        </p:txBody>
      </p:sp>
      <p:sp>
        <p:nvSpPr>
          <p:cNvPr id="58372" name="AutoShape 4">
            <a:extLst>
              <a:ext uri="{FF2B5EF4-FFF2-40B4-BE49-F238E27FC236}">
                <a16:creationId xmlns:a16="http://schemas.microsoft.com/office/drawing/2014/main" id="{7CCC13F7-A0B4-4E01-B7E4-8EA76C811536}"/>
              </a:ext>
            </a:extLst>
          </p:cNvPr>
          <p:cNvSpPr>
            <a:spLocks/>
          </p:cNvSpPr>
          <p:nvPr/>
        </p:nvSpPr>
        <p:spPr bwMode="auto">
          <a:xfrm>
            <a:off x="4343400" y="2381234"/>
            <a:ext cx="228600" cy="1828800"/>
          </a:xfrm>
          <a:prstGeom prst="rightBrace">
            <a:avLst>
              <a:gd name="adj1" fmla="val 87519"/>
              <a:gd name="adj2" fmla="val 50000"/>
            </a:avLst>
          </a:prstGeom>
          <a:noFill/>
          <a:ln w="28575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he-IL" altLang="he-IL" b="1"/>
          </a:p>
        </p:txBody>
      </p:sp>
      <p:sp>
        <p:nvSpPr>
          <p:cNvPr id="58373" name="Text Box 5">
            <a:extLst>
              <a:ext uri="{FF2B5EF4-FFF2-40B4-BE49-F238E27FC236}">
                <a16:creationId xmlns:a16="http://schemas.microsoft.com/office/drawing/2014/main" id="{CAADB0E2-44E0-4744-BF43-06907DDA2E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95421" y="3100707"/>
            <a:ext cx="17526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he-IL" altLang="he-IL" b="1" dirty="0" err="1">
                <a:solidFill>
                  <a:schemeClr val="tx2"/>
                </a:solidFill>
              </a:rPr>
              <a:t>הצהרה+מימוש</a:t>
            </a:r>
            <a:endParaRPr lang="en-US" altLang="he-IL" b="1" dirty="0">
              <a:solidFill>
                <a:schemeClr val="tx2"/>
              </a:solidFill>
            </a:endParaRPr>
          </a:p>
        </p:txBody>
      </p:sp>
      <p:sp>
        <p:nvSpPr>
          <p:cNvPr id="58374" name="Text Box 6">
            <a:extLst>
              <a:ext uri="{FF2B5EF4-FFF2-40B4-BE49-F238E27FC236}">
                <a16:creationId xmlns:a16="http://schemas.microsoft.com/office/drawing/2014/main" id="{CB7CBA81-16A4-4CE5-9076-99462F39C1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53000" y="6034088"/>
            <a:ext cx="8382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he-IL" altLang="he-IL" b="1">
                <a:solidFill>
                  <a:schemeClr val="tx2"/>
                </a:solidFill>
              </a:rPr>
              <a:t>שימוש</a:t>
            </a:r>
            <a:endParaRPr lang="en-US" altLang="he-IL" b="1">
              <a:solidFill>
                <a:schemeClr val="tx2"/>
              </a:solidFill>
            </a:endParaRPr>
          </a:p>
        </p:txBody>
      </p:sp>
      <p:sp>
        <p:nvSpPr>
          <p:cNvPr id="58375" name="Line 7">
            <a:extLst>
              <a:ext uri="{FF2B5EF4-FFF2-40B4-BE49-F238E27FC236}">
                <a16:creationId xmlns:a16="http://schemas.microsoft.com/office/drawing/2014/main" id="{6C48B4D1-6082-4B01-8ED5-F199E5A0675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352800" y="6248400"/>
            <a:ext cx="1600200" cy="0"/>
          </a:xfrm>
          <a:prstGeom prst="line">
            <a:avLst/>
          </a:prstGeom>
          <a:noFill/>
          <a:ln w="28575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he-IL"/>
          </a:p>
        </p:txBody>
      </p:sp>
      <p:sp>
        <p:nvSpPr>
          <p:cNvPr id="58381" name="Rectangle 13">
            <a:extLst>
              <a:ext uri="{FF2B5EF4-FFF2-40B4-BE49-F238E27FC236}">
                <a16:creationId xmlns:a16="http://schemas.microsoft.com/office/drawing/2014/main" id="{FC5B94C7-7390-481A-8696-38743E8344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67400" y="1600200"/>
            <a:ext cx="3124200" cy="990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1" eaLnBrk="1" hangingPunct="1"/>
            <a:r>
              <a:rPr lang="he-IL" altLang="he-IL" b="1">
                <a:solidFill>
                  <a:schemeClr val="bg1"/>
                </a:solidFill>
              </a:rPr>
              <a:t>יש להעביר לפונקציה משתנים</a:t>
            </a:r>
          </a:p>
          <a:p>
            <a:pPr algn="ctr" rtl="1" eaLnBrk="1" hangingPunct="1"/>
            <a:r>
              <a:rPr lang="he-IL" altLang="he-IL" b="1">
                <a:solidFill>
                  <a:schemeClr val="bg1"/>
                </a:solidFill>
              </a:rPr>
              <a:t>כמספר הפרמטרים שהיא דורשת, </a:t>
            </a:r>
          </a:p>
          <a:p>
            <a:pPr algn="ctr" eaLnBrk="1" hangingPunct="1"/>
            <a:r>
              <a:rPr lang="he-IL" altLang="he-IL" b="1">
                <a:solidFill>
                  <a:schemeClr val="bg1"/>
                </a:solidFill>
              </a:rPr>
              <a:t>מאותו הסוג ובאותו הסדר!</a:t>
            </a:r>
            <a:endParaRPr lang="en-US" altLang="he-IL" b="1">
              <a:solidFill>
                <a:schemeClr val="bg1"/>
              </a:solidFill>
            </a:endParaRPr>
          </a:p>
        </p:txBody>
      </p:sp>
      <p:sp>
        <p:nvSpPr>
          <p:cNvPr id="18" name="Text Box 6">
            <a:extLst>
              <a:ext uri="{FF2B5EF4-FFF2-40B4-BE49-F238E27FC236}">
                <a16:creationId xmlns:a16="http://schemas.microsoft.com/office/drawing/2014/main" id="{2602CC2B-74A8-4E1B-B3C6-988FBD9D7E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67400" y="5497513"/>
            <a:ext cx="32004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he-IL" altLang="he-IL" b="1">
                <a:solidFill>
                  <a:schemeClr val="tx2"/>
                </a:solidFill>
              </a:rPr>
              <a:t>איחסון הערך המוחזר מהפונקציה</a:t>
            </a:r>
            <a:endParaRPr lang="en-US" altLang="he-IL" b="1">
              <a:solidFill>
                <a:schemeClr val="tx2"/>
              </a:solidFill>
            </a:endParaRPr>
          </a:p>
        </p:txBody>
      </p:sp>
      <p:sp>
        <p:nvSpPr>
          <p:cNvPr id="19" name="Line 7">
            <a:extLst>
              <a:ext uri="{FF2B5EF4-FFF2-40B4-BE49-F238E27FC236}">
                <a16:creationId xmlns:a16="http://schemas.microsoft.com/office/drawing/2014/main" id="{F03C41DC-D638-4D1C-8DA5-9FE43706089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143000" y="5791199"/>
            <a:ext cx="4800600" cy="468313"/>
          </a:xfrm>
          <a:prstGeom prst="line">
            <a:avLst/>
          </a:prstGeom>
          <a:noFill/>
          <a:ln w="28575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he-IL"/>
          </a:p>
        </p:txBody>
      </p:sp>
      <p:sp>
        <p:nvSpPr>
          <p:cNvPr id="22546" name="Slide Number Placeholder 3">
            <a:extLst>
              <a:ext uri="{FF2B5EF4-FFF2-40B4-BE49-F238E27FC236}">
                <a16:creationId xmlns:a16="http://schemas.microsoft.com/office/drawing/2014/main" id="{A47B810F-79FD-475F-861F-E2C626E008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28600" y="6400800"/>
            <a:ext cx="2133600" cy="457200"/>
          </a:xfrm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 eaLnBrk="1" hangingPunct="1">
              <a:lnSpc>
                <a:spcPct val="90000"/>
              </a:lnSpc>
            </a:pPr>
            <a:fld id="{4D7F8F22-A0C0-4C26-B876-FA87CDB3485C}" type="slidenum">
              <a:rPr lang="he-IL" altLang="he-IL" sz="1300">
                <a:solidFill>
                  <a:srgbClr val="FFFFFF"/>
                </a:solidFill>
              </a:rPr>
              <a:pPr rtl="1" eaLnBrk="1" hangingPunct="1">
                <a:lnSpc>
                  <a:spcPct val="90000"/>
                </a:lnSpc>
              </a:pPr>
              <a:t>14</a:t>
            </a:fld>
            <a:endParaRPr lang="he-IL" altLang="he-IL" sz="1300">
              <a:solidFill>
                <a:srgbClr val="FFFFFF"/>
              </a:solidFill>
            </a:endParaRPr>
          </a:p>
          <a:p>
            <a:pPr rtl="1" eaLnBrk="1" hangingPunct="1">
              <a:lnSpc>
                <a:spcPct val="90000"/>
              </a:lnSpc>
            </a:pPr>
            <a:r>
              <a:rPr lang="en-US" altLang="he-IL" sz="1300">
                <a:solidFill>
                  <a:srgbClr val="FFFFFF"/>
                </a:solidFill>
              </a:rPr>
              <a:t>© Keren Kalif</a:t>
            </a:r>
          </a:p>
          <a:p>
            <a:pPr rtl="1" eaLnBrk="1" hangingPunct="1">
              <a:lnSpc>
                <a:spcPct val="90000"/>
              </a:lnSpc>
            </a:pPr>
            <a:endParaRPr lang="en-US" altLang="he-IL" sz="1300">
              <a:solidFill>
                <a:srgbClr val="FFFFFF"/>
              </a:solidFill>
            </a:endParaRPr>
          </a:p>
        </p:txBody>
      </p:sp>
      <p:sp>
        <p:nvSpPr>
          <p:cNvPr id="20" name="Rectangle 11">
            <a:extLst>
              <a:ext uri="{FF2B5EF4-FFF2-40B4-BE49-F238E27FC236}">
                <a16:creationId xmlns:a16="http://schemas.microsoft.com/office/drawing/2014/main" id="{F6A7147F-CDCA-43A1-BCA8-9E65F7D4FA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29200" y="4267200"/>
            <a:ext cx="3962400" cy="9144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1" eaLnBrk="1" hangingPunct="1"/>
            <a:r>
              <a:rPr lang="he-IL" altLang="he-IL" b="1">
                <a:solidFill>
                  <a:schemeClr val="bg1"/>
                </a:solidFill>
              </a:rPr>
              <a:t>נשים לב כי בקריאה לפונקציה  מעבירים רק </a:t>
            </a:r>
          </a:p>
          <a:p>
            <a:pPr algn="ctr" rtl="1" eaLnBrk="1" hangingPunct="1"/>
            <a:r>
              <a:rPr lang="he-IL" altLang="he-IL" b="1">
                <a:solidFill>
                  <a:schemeClr val="bg1"/>
                </a:solidFill>
              </a:rPr>
              <a:t>את שמות המשתנים, ולא את הטיפוסים, </a:t>
            </a:r>
          </a:p>
          <a:p>
            <a:pPr algn="ctr" rtl="1" eaLnBrk="1" hangingPunct="1"/>
            <a:r>
              <a:rPr lang="he-IL" altLang="he-IL" b="1">
                <a:solidFill>
                  <a:schemeClr val="bg1"/>
                </a:solidFill>
              </a:rPr>
              <a:t>בניגוד למימוש הפונקציה!</a:t>
            </a:r>
            <a:endParaRPr lang="en-US" altLang="he-IL" b="1">
              <a:solidFill>
                <a:schemeClr val="bg1"/>
              </a:solidFill>
            </a:endParaRPr>
          </a:p>
        </p:txBody>
      </p:sp>
      <p:pic>
        <p:nvPicPr>
          <p:cNvPr id="325635" name="Picture 3">
            <a:extLst>
              <a:ext uri="{FF2B5EF4-FFF2-40B4-BE49-F238E27FC236}">
                <a16:creationId xmlns:a16="http://schemas.microsoft.com/office/drawing/2014/main" id="{23BA3642-0AF8-4DF2-882E-47B95603BD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34113" y="3319463"/>
            <a:ext cx="2757487" cy="871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EF031C76-5F5E-4C2A-963C-4AEE9DA41D85}"/>
              </a:ext>
            </a:extLst>
          </p:cNvPr>
          <p:cNvCxnSpPr>
            <a:cxnSpLocks/>
          </p:cNvCxnSpPr>
          <p:nvPr/>
        </p:nvCxnSpPr>
        <p:spPr>
          <a:xfrm flipV="1">
            <a:off x="1981200" y="2590800"/>
            <a:ext cx="381000" cy="3657600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8D7B3380-846A-4342-8C0F-DA83113364FE}"/>
              </a:ext>
            </a:extLst>
          </p:cNvPr>
          <p:cNvCxnSpPr>
            <a:cxnSpLocks/>
          </p:cNvCxnSpPr>
          <p:nvPr/>
        </p:nvCxnSpPr>
        <p:spPr>
          <a:xfrm flipV="1">
            <a:off x="2728912" y="2590800"/>
            <a:ext cx="928688" cy="3646489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Slide Number Placeholder 3">
            <a:extLst>
              <a:ext uri="{FF2B5EF4-FFF2-40B4-BE49-F238E27FC236}">
                <a16:creationId xmlns:a16="http://schemas.microsoft.com/office/drawing/2014/main" id="{5F2F550B-7A84-4F19-9D64-88F72B210988}"/>
              </a:ext>
            </a:extLst>
          </p:cNvPr>
          <p:cNvSpPr txBox="1">
            <a:spLocks/>
          </p:cNvSpPr>
          <p:nvPr/>
        </p:nvSpPr>
        <p:spPr>
          <a:xfrm>
            <a:off x="0" y="1271588"/>
            <a:ext cx="533400" cy="244475"/>
          </a:xfrm>
          <a:prstGeom prst="rect">
            <a:avLst/>
          </a:prstGeom>
        </p:spPr>
        <p:txBody>
          <a:bodyPr anchor="ctr">
            <a:norm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80000"/>
              </a:lnSpc>
            </a:pPr>
            <a:fld id="{D2310DAA-8434-4261-89C0-8C9646FEAF47}" type="slidenum">
              <a:rPr lang="he-IL" altLang="he-IL" sz="1200" b="1">
                <a:solidFill>
                  <a:srgbClr val="FFFFFF"/>
                </a:solidFill>
              </a:rPr>
              <a:pPr algn="ctr" eaLnBrk="1" hangingPunct="1">
                <a:lnSpc>
                  <a:spcPct val="80000"/>
                </a:lnSpc>
              </a:pPr>
              <a:t>14</a:t>
            </a:fld>
            <a:endParaRPr lang="en-US" altLang="he-IL" sz="1200" b="1">
              <a:solidFill>
                <a:srgbClr val="FFFFFF"/>
              </a:solidFill>
            </a:endParaRPr>
          </a:p>
        </p:txBody>
      </p:sp>
      <p:sp>
        <p:nvSpPr>
          <p:cNvPr id="29" name="Rectangle 13">
            <a:extLst>
              <a:ext uri="{FF2B5EF4-FFF2-40B4-BE49-F238E27FC236}">
                <a16:creationId xmlns:a16="http://schemas.microsoft.com/office/drawing/2014/main" id="{CA7F298B-B500-4CF4-9D89-DDCD35B25D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" y="1600200"/>
            <a:ext cx="5410200" cy="6858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1" eaLnBrk="1" hangingPunct="1"/>
            <a:r>
              <a:rPr lang="he-IL" altLang="he-IL" b="1">
                <a:solidFill>
                  <a:schemeClr val="bg1"/>
                </a:solidFill>
              </a:rPr>
              <a:t>נשים לב ששמות הפרמטרים בפונקציה ושמות המשתנים </a:t>
            </a:r>
          </a:p>
          <a:p>
            <a:pPr algn="ctr" rtl="1" eaLnBrk="1" hangingPunct="1"/>
            <a:r>
              <a:rPr lang="he-IL" altLang="he-IL" b="1">
                <a:solidFill>
                  <a:schemeClr val="bg1"/>
                </a:solidFill>
              </a:rPr>
              <a:t>שנשלחו אינם זהים, למרות שהם יכולים להיות זהים.</a:t>
            </a:r>
            <a:endParaRPr lang="en-US" altLang="he-IL" b="1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583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" dur="500"/>
                                        <p:tgtEl>
                                          <p:spTgt spid="583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" dur="500"/>
                                        <p:tgtEl>
                                          <p:spTgt spid="583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8" dur="500"/>
                                        <p:tgtEl>
                                          <p:spTgt spid="583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1" dur="500"/>
                                        <p:tgtEl>
                                          <p:spTgt spid="583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6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2" dur="500"/>
                                        <p:tgtEl>
                                          <p:spTgt spid="3256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372" grpId="0" animBg="1"/>
      <p:bldP spid="58373" grpId="0"/>
      <p:bldP spid="58374" grpId="0"/>
      <p:bldP spid="58381" grpId="0" animBg="1"/>
      <p:bldP spid="18" grpId="0"/>
      <p:bldP spid="20" grpId="0" animBg="1"/>
      <p:bldP spid="29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7ED55373-2A5D-4B0D-B4C1-4D94AA0AB3F7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76200" y="1600200"/>
            <a:ext cx="8153400" cy="4495800"/>
          </a:xfrm>
        </p:spPr>
        <p:txBody>
          <a:bodyPr/>
          <a:lstStyle/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he-IL" sz="1800" dirty="0"/>
              <a:t>static int Max(int x, int y)</a:t>
            </a: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he-IL" sz="1800" dirty="0"/>
              <a:t>{</a:t>
            </a:r>
            <a:endParaRPr lang="he-IL" altLang="he-IL" sz="1800" dirty="0"/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he-IL" sz="1800" dirty="0"/>
              <a:t>      if (x &gt; y)</a:t>
            </a: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he-IL" sz="1800" dirty="0"/>
              <a:t>           return x;</a:t>
            </a: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he-IL" sz="1800" dirty="0"/>
              <a:t>      else</a:t>
            </a:r>
            <a:endParaRPr lang="en-US" altLang="he-IL" sz="1800" dirty="0">
              <a:solidFill>
                <a:srgbClr val="009900"/>
              </a:solidFill>
            </a:endParaRP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he-IL" sz="1800" dirty="0"/>
              <a:t>          return y;</a:t>
            </a: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he-IL" altLang="he-IL" sz="1800" dirty="0"/>
              <a:t>        {</a:t>
            </a: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endParaRPr lang="he-IL" altLang="he-IL" sz="1800" dirty="0"/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he-IL" sz="1800" dirty="0"/>
              <a:t>static void Main(string[] </a:t>
            </a:r>
            <a:r>
              <a:rPr lang="en-US" altLang="he-IL" sz="1800" dirty="0" err="1"/>
              <a:t>args</a:t>
            </a:r>
            <a:r>
              <a:rPr lang="en-US" altLang="he-IL" sz="1800" dirty="0"/>
              <a:t>)</a:t>
            </a: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he-IL" sz="1800" dirty="0"/>
              <a:t>{</a:t>
            </a:r>
            <a:endParaRPr lang="he-IL" altLang="he-IL" sz="1800" dirty="0"/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he-IL" sz="1800" dirty="0"/>
              <a:t>      int num1, num2, maximum;</a:t>
            </a: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endParaRPr lang="he-IL" altLang="he-IL" sz="1800" dirty="0"/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he-IL" sz="1800" dirty="0"/>
              <a:t>      </a:t>
            </a:r>
            <a:r>
              <a:rPr lang="en-US" altLang="he-IL" sz="1800" dirty="0" err="1"/>
              <a:t>Console.WriteLine</a:t>
            </a:r>
            <a:r>
              <a:rPr lang="en-US" altLang="he-IL" sz="1800" dirty="0"/>
              <a:t>("Enter 2 numbers: ");</a:t>
            </a: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he-IL" sz="1800" dirty="0"/>
              <a:t>      num1 = </a:t>
            </a:r>
            <a:r>
              <a:rPr lang="en-US" altLang="he-IL" sz="1800" dirty="0" err="1"/>
              <a:t>int.Parse</a:t>
            </a:r>
            <a:r>
              <a:rPr lang="en-US" altLang="he-IL" sz="1800" dirty="0"/>
              <a:t>(</a:t>
            </a:r>
            <a:r>
              <a:rPr lang="en-US" altLang="he-IL" sz="1800" dirty="0" err="1"/>
              <a:t>Console.ReadLine</a:t>
            </a:r>
            <a:r>
              <a:rPr lang="en-US" altLang="he-IL" sz="1800" dirty="0"/>
              <a:t>());</a:t>
            </a: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he-IL" sz="1800" dirty="0"/>
              <a:t>      num2 = </a:t>
            </a:r>
            <a:r>
              <a:rPr lang="en-US" altLang="he-IL" sz="1800" dirty="0" err="1"/>
              <a:t>int.Parse</a:t>
            </a:r>
            <a:r>
              <a:rPr lang="en-US" altLang="he-IL" sz="1800" dirty="0"/>
              <a:t>(</a:t>
            </a:r>
            <a:r>
              <a:rPr lang="en-US" altLang="he-IL" sz="1800" dirty="0" err="1"/>
              <a:t>Console.ReadLine</a:t>
            </a:r>
            <a:r>
              <a:rPr lang="en-US" altLang="he-IL" sz="1800" dirty="0"/>
              <a:t>());</a:t>
            </a: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he-IL" sz="1800" dirty="0"/>
              <a:t>                          = Max(num1, num2);</a:t>
            </a: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he-IL" sz="1800" dirty="0"/>
              <a:t>      </a:t>
            </a:r>
            <a:r>
              <a:rPr lang="en-US" altLang="he-IL" sz="1800" dirty="0" err="1"/>
              <a:t>Console.WriteLine</a:t>
            </a:r>
            <a:r>
              <a:rPr lang="en-US" altLang="he-IL" sz="1800" dirty="0"/>
              <a:t>("The max is {0}", maximum);</a:t>
            </a:r>
            <a:endParaRPr lang="he-IL" altLang="he-IL" sz="1800" dirty="0"/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he-IL" altLang="he-IL" sz="1800" dirty="0"/>
              <a:t>       {</a:t>
            </a:r>
          </a:p>
        </p:txBody>
      </p:sp>
      <p:sp>
        <p:nvSpPr>
          <p:cNvPr id="23555" name="Title 1">
            <a:extLst>
              <a:ext uri="{FF2B5EF4-FFF2-40B4-BE49-F238E27FC236}">
                <a16:creationId xmlns:a16="http://schemas.microsoft.com/office/drawing/2014/main" id="{44F7AC39-2847-496D-AEC0-1144679621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775" y="228600"/>
            <a:ext cx="8153400" cy="990600"/>
          </a:xfrm>
        </p:spPr>
        <p:txBody>
          <a:bodyPr/>
          <a:lstStyle/>
          <a:p>
            <a:pPr algn="r" eaLnBrk="1" hangingPunct="1"/>
            <a:r>
              <a:rPr lang="he-IL" altLang="he-IL"/>
              <a:t>דוגמא: </a:t>
            </a:r>
            <a:r>
              <a:rPr lang="he-IL" altLang="he-IL" sz="4000"/>
              <a:t>תוכנית שלמה עם הפונקציה </a:t>
            </a:r>
            <a:r>
              <a:rPr lang="en-US" altLang="he-IL" sz="4000"/>
              <a:t>max</a:t>
            </a:r>
            <a:endParaRPr lang="en-US" altLang="he-IL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4D3B792-6B5C-46CD-8FD3-20B4B69E4901}"/>
              </a:ext>
            </a:extLst>
          </p:cNvPr>
          <p:cNvSpPr txBox="1"/>
          <p:nvPr/>
        </p:nvSpPr>
        <p:spPr>
          <a:xfrm>
            <a:off x="457200" y="5715000"/>
            <a:ext cx="19050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l">
              <a:defRPr/>
            </a:pPr>
            <a:r>
              <a:rPr lang="en-US" dirty="0">
                <a:latin typeface="+mn-lt"/>
                <a:cs typeface="Arial" charset="0"/>
              </a:rPr>
              <a:t>maximum</a:t>
            </a:r>
            <a:r>
              <a:rPr lang="en-US" sz="1600" dirty="0">
                <a:latin typeface="+mn-lt"/>
                <a:cs typeface="Arial" charset="0"/>
              </a:rPr>
              <a:t> </a:t>
            </a:r>
          </a:p>
        </p:txBody>
      </p:sp>
      <p:sp>
        <p:nvSpPr>
          <p:cNvPr id="23557" name="Rectangular Callout 7">
            <a:extLst>
              <a:ext uri="{FF2B5EF4-FFF2-40B4-BE49-F238E27FC236}">
                <a16:creationId xmlns:a16="http://schemas.microsoft.com/office/drawing/2014/main" id="{A6CFD0BF-9428-4EE9-ADFB-833441F08D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81600" y="4267200"/>
            <a:ext cx="3810000" cy="914400"/>
          </a:xfrm>
          <a:prstGeom prst="wedgeRectCallout">
            <a:avLst>
              <a:gd name="adj1" fmla="val -79639"/>
              <a:gd name="adj2" fmla="val 133894"/>
            </a:avLst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1" eaLnBrk="1" hangingPunct="1"/>
            <a:r>
              <a:rPr lang="he-IL" altLang="he-IL" b="1">
                <a:solidFill>
                  <a:schemeClr val="bg1"/>
                </a:solidFill>
                <a:latin typeface="Verdana" panose="020B0604030504040204" pitchFamily="34" charset="0"/>
              </a:rPr>
              <a:t>בשורה זו מוערך הביטוי מימין וערכו נכנס לתוך המשתנה</a:t>
            </a:r>
            <a:r>
              <a:rPr lang="en-US" altLang="he-IL" b="1">
                <a:solidFill>
                  <a:schemeClr val="bg1"/>
                </a:solidFill>
                <a:latin typeface="Verdana" panose="020B0604030504040204" pitchFamily="34" charset="0"/>
              </a:rPr>
              <a:t> </a:t>
            </a:r>
            <a:r>
              <a:rPr lang="he-IL" altLang="he-IL" b="1">
                <a:solidFill>
                  <a:schemeClr val="bg1"/>
                </a:solidFill>
                <a:latin typeface="Verdana" panose="020B0604030504040204" pitchFamily="34" charset="0"/>
              </a:rPr>
              <a:t> </a:t>
            </a:r>
            <a:r>
              <a:rPr lang="en-US" altLang="he-IL" b="1">
                <a:solidFill>
                  <a:schemeClr val="bg1"/>
                </a:solidFill>
                <a:latin typeface="Verdana" panose="020B0604030504040204" pitchFamily="34" charset="0"/>
              </a:rPr>
              <a:t>maximum</a:t>
            </a:r>
            <a:r>
              <a:rPr lang="he-IL" altLang="he-IL" b="1">
                <a:solidFill>
                  <a:schemeClr val="bg1"/>
                </a:solidFill>
                <a:latin typeface="Verdana" panose="020B0604030504040204" pitchFamily="34" charset="0"/>
              </a:rPr>
              <a:t>.</a:t>
            </a:r>
          </a:p>
          <a:p>
            <a:pPr algn="ctr" rtl="1" eaLnBrk="1" hangingPunct="1"/>
            <a:r>
              <a:rPr lang="he-IL" altLang="he-IL" b="1">
                <a:solidFill>
                  <a:schemeClr val="bg1"/>
                </a:solidFill>
                <a:latin typeface="Verdana" panose="020B0604030504040204" pitchFamily="34" charset="0"/>
              </a:rPr>
              <a:t>לא חייבים לאחסן את הערך המוחזר</a:t>
            </a:r>
            <a:r>
              <a:rPr lang="en-US" altLang="he-IL" b="1">
                <a:solidFill>
                  <a:schemeClr val="bg1"/>
                </a:solidFill>
                <a:latin typeface="Verdana" panose="020B0604030504040204" pitchFamily="34" charset="0"/>
              </a:rPr>
              <a:t>!</a:t>
            </a:r>
          </a:p>
        </p:txBody>
      </p:sp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4B9851C1-4FC3-40B5-AC23-07E07D1072D9}"/>
              </a:ext>
            </a:extLst>
          </p:cNvPr>
          <p:cNvSpPr txBox="1">
            <a:spLocks/>
          </p:cNvSpPr>
          <p:nvPr/>
        </p:nvSpPr>
        <p:spPr>
          <a:xfrm>
            <a:off x="0" y="1271588"/>
            <a:ext cx="533400" cy="244475"/>
          </a:xfrm>
          <a:prstGeom prst="rect">
            <a:avLst/>
          </a:prstGeom>
        </p:spPr>
        <p:txBody>
          <a:bodyPr anchor="ctr">
            <a:norm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80000"/>
              </a:lnSpc>
            </a:pPr>
            <a:fld id="{906D8D84-529D-4A0A-942D-00DDC9719DA3}" type="slidenum">
              <a:rPr lang="he-IL" altLang="he-IL" sz="1200" b="1">
                <a:solidFill>
                  <a:srgbClr val="FFFFFF"/>
                </a:solidFill>
              </a:rPr>
              <a:pPr algn="ctr" eaLnBrk="1" hangingPunct="1">
                <a:lnSpc>
                  <a:spcPct val="80000"/>
                </a:lnSpc>
              </a:pPr>
              <a:t>15</a:t>
            </a:fld>
            <a:endParaRPr lang="en-US" altLang="he-IL" sz="1200" b="1">
              <a:solidFill>
                <a:srgbClr val="FFFFFF"/>
              </a:solidFill>
            </a:endParaRPr>
          </a:p>
        </p:txBody>
      </p:sp>
      <p:pic>
        <p:nvPicPr>
          <p:cNvPr id="23561" name="Picture 2">
            <a:extLst>
              <a:ext uri="{FF2B5EF4-FFF2-40B4-BE49-F238E27FC236}">
                <a16:creationId xmlns:a16="http://schemas.microsoft.com/office/drawing/2014/main" id="{4F921E62-0A88-4DC5-AE7C-A9E4542841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9800" y="1600200"/>
            <a:ext cx="2884488" cy="1166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F1ED04BF-3F12-4B03-AE92-611B29B4244F}"/>
              </a:ext>
            </a:extLst>
          </p:cNvPr>
          <p:cNvCxnSpPr/>
          <p:nvPr/>
        </p:nvCxnSpPr>
        <p:spPr>
          <a:xfrm rot="16200000" flipV="1">
            <a:off x="419100" y="3390900"/>
            <a:ext cx="3886200" cy="914400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B34A2AE3-F682-4456-BC7E-EE1B1647C1F7}"/>
              </a:ext>
            </a:extLst>
          </p:cNvPr>
          <p:cNvCxnSpPr/>
          <p:nvPr/>
        </p:nvCxnSpPr>
        <p:spPr>
          <a:xfrm rot="16200000" flipV="1">
            <a:off x="1104900" y="3390900"/>
            <a:ext cx="3810000" cy="990600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mph" presetSubtype="1" nodeType="click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set>
                                      <p:cBhvr override="childStyle">
                                        <p:cTn id="6" dur="indefinite"/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style.fontStyle</p:attrName>
                                        </p:attrNameLst>
                                      </p:cBhvr>
                                      <p:to>
                                        <p:strVal val="normal"/>
                                      </p:to>
                                    </p:set>
                                    <p:set>
                                      <p:cBhvr override="childStyle">
                                        <p:cTn id="7" dur="indefinite"/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  <p:set>
                                      <p:cBhvr override="childStyle">
                                        <p:cTn id="8" dur="indefinite"/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fals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5" presetClass="emph" presetSubtype="1" nodeType="click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set>
                                      <p:cBhvr override="childStyle">
                                        <p:cTn id="12" dur="indefinite"/>
                                        <p:tgtEl>
                                          <p:spTgt spid="1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style.fontStyle</p:attrName>
                                        </p:attrNameLst>
                                      </p:cBhvr>
                                      <p:to>
                                        <p:strVal val="normal"/>
                                      </p:to>
                                    </p:set>
                                    <p:set>
                                      <p:cBhvr override="childStyle">
                                        <p:cTn id="13" dur="indefinite"/>
                                        <p:tgtEl>
                                          <p:spTgt spid="1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  <p:set>
                                      <p:cBhvr override="childStyle">
                                        <p:cTn id="14" dur="indefinite"/>
                                        <p:tgtEl>
                                          <p:spTgt spid="1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fals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5" presetClass="emph" presetSubtype="1" nodeType="click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set>
                                      <p:cBhvr override="childStyle">
                                        <p:cTn id="18" dur="indefinite"/>
                                        <p:tgtEl>
                                          <p:spTgt spid="10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style.fontStyle</p:attrName>
                                        </p:attrNameLst>
                                      </p:cBhvr>
                                      <p:to>
                                        <p:strVal val="normal"/>
                                      </p:to>
                                    </p:set>
                                    <p:set>
                                      <p:cBhvr override="childStyle">
                                        <p:cTn id="19" dur="indefinite"/>
                                        <p:tgtEl>
                                          <p:spTgt spid="10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  <p:set>
                                      <p:cBhvr override="childStyle">
                                        <p:cTn id="20" dur="indefinite"/>
                                        <p:tgtEl>
                                          <p:spTgt spid="10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fals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5" presetClass="emph" presetSubtype="1" nodeType="click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set>
                                      <p:cBhvr override="childStyle">
                                        <p:cTn id="24" dur="indefinite"/>
                                        <p:tgtEl>
                                          <p:spTgt spid="10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style.fontStyle</p:attrName>
                                        </p:attrNameLst>
                                      </p:cBhvr>
                                      <p:to>
                                        <p:strVal val="normal"/>
                                      </p:to>
                                    </p:set>
                                    <p:set>
                                      <p:cBhvr override="childStyle">
                                        <p:cTn id="25" dur="indefinite"/>
                                        <p:tgtEl>
                                          <p:spTgt spid="10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  <p:set>
                                      <p:cBhvr override="childStyle">
                                        <p:cTn id="26" dur="indefinite"/>
                                        <p:tgtEl>
                                          <p:spTgt spid="10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fals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5" presetClass="emph" presetSubtype="1" nodeType="click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set>
                                      <p:cBhvr override="childStyle">
                                        <p:cTn id="30" dur="indefinite"/>
                                        <p:tgtEl>
                                          <p:spTgt spid="10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style.fontStyle</p:attrName>
                                        </p:attrNameLst>
                                      </p:cBhvr>
                                      <p:to>
                                        <p:strVal val="normal"/>
                                      </p:to>
                                    </p:set>
                                    <p:set>
                                      <p:cBhvr override="childStyle">
                                        <p:cTn id="31" dur="indefinite"/>
                                        <p:tgtEl>
                                          <p:spTgt spid="10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  <p:set>
                                      <p:cBhvr override="childStyle">
                                        <p:cTn id="32" dur="indefinite"/>
                                        <p:tgtEl>
                                          <p:spTgt spid="10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fals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5" presetClass="emph" presetSubtype="1" nodeType="click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set>
                                      <p:cBhvr override="childStyle">
                                        <p:cTn id="36" dur="indefinite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style.fontStyle</p:attrName>
                                        </p:attrNameLst>
                                      </p:cBhvr>
                                      <p:to>
                                        <p:strVal val="normal"/>
                                      </p:to>
                                    </p:set>
                                    <p:set>
                                      <p:cBhvr override="childStyle">
                                        <p:cTn id="37" dur="indefinite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  <p:set>
                                      <p:cBhvr override="childStyle">
                                        <p:cTn id="38" dur="indefinite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fals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5" presetClass="emph" presetSubtype="1" nodeType="click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set>
                                      <p:cBhvr override="childStyle">
                                        <p:cTn id="48" dur="indefinite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style.fontStyle</p:attrName>
                                        </p:attrNameLst>
                                      </p:cBhvr>
                                      <p:to>
                                        <p:strVal val="normal"/>
                                      </p:to>
                                    </p:set>
                                    <p:set>
                                      <p:cBhvr override="childStyle">
                                        <p:cTn id="49" dur="indefinite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  <p:set>
                                      <p:cBhvr override="childStyle">
                                        <p:cTn id="50" dur="indefinite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fals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5" presetClass="emph" presetSubtype="1" nodeType="click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set>
                                      <p:cBhvr override="childStyle">
                                        <p:cTn id="54" dur="indefinite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style.fontStyle</p:attrName>
                                        </p:attrNameLst>
                                      </p:cBhvr>
                                      <p:to>
                                        <p:strVal val="normal"/>
                                      </p:to>
                                    </p:set>
                                    <p:set>
                                      <p:cBhvr override="childStyle">
                                        <p:cTn id="55" dur="indefinite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  <p:set>
                                      <p:cBhvr override="childStyle">
                                        <p:cTn id="56" dur="indefinite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fals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5" presetClass="emph" presetSubtype="1" grpId="0" nodeType="click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set>
                                      <p:cBhvr override="childStyle">
                                        <p:cTn id="60" dur="indefinite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style.fontStyle</p:attrName>
                                        </p:attrNameLst>
                                      </p:cBhvr>
                                      <p:to>
                                        <p:strVal val="normal"/>
                                      </p:to>
                                    </p:set>
                                    <p:set>
                                      <p:cBhvr override="childStyle">
                                        <p:cTn id="61" dur="indefinite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  <p:set>
                                      <p:cBhvr override="childStyle">
                                        <p:cTn id="62" dur="indefinite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fals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4" presetClass="exit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6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4" presetClass="exit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6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5" presetClass="emph" presetSubtype="1" nodeType="click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set>
                                      <p:cBhvr override="childStyle">
                                        <p:cTn id="72" dur="indefinite"/>
                                        <p:tgtEl>
                                          <p:spTgt spid="10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style.fontStyle</p:attrName>
                                        </p:attrNameLst>
                                      </p:cBhvr>
                                      <p:to>
                                        <p:strVal val="normal"/>
                                      </p:to>
                                    </p:set>
                                    <p:set>
                                      <p:cBhvr override="childStyle">
                                        <p:cTn id="73" dur="indefinite"/>
                                        <p:tgtEl>
                                          <p:spTgt spid="10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  <p:set>
                                      <p:cBhvr override="childStyle">
                                        <p:cTn id="74" dur="indefinite"/>
                                        <p:tgtEl>
                                          <p:spTgt spid="10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fals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5" presetClass="emph" presetSubtype="1" nodeType="click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set>
                                      <p:cBhvr override="childStyle">
                                        <p:cTn id="78" dur="indefinite"/>
                                        <p:tgtEl>
                                          <p:spTgt spid="10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style.fontStyle</p:attrName>
                                        </p:attrNameLst>
                                      </p:cBhvr>
                                      <p:to>
                                        <p:strVal val="normal"/>
                                      </p:to>
                                    </p:set>
                                    <p:set>
                                      <p:cBhvr override="childStyle">
                                        <p:cTn id="79" dur="indefinite"/>
                                        <p:tgtEl>
                                          <p:spTgt spid="10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  <p:set>
                                      <p:cBhvr override="childStyle">
                                        <p:cTn id="80" dur="indefinite"/>
                                        <p:tgtEl>
                                          <p:spTgt spid="10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fals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itle 1">
            <a:extLst>
              <a:ext uri="{FF2B5EF4-FFF2-40B4-BE49-F238E27FC236}">
                <a16:creationId xmlns:a16="http://schemas.microsoft.com/office/drawing/2014/main" id="{0E058D83-BC8B-47DA-9CCD-09CFF1D5C3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775" y="228600"/>
            <a:ext cx="8153400" cy="990600"/>
          </a:xfrm>
        </p:spPr>
        <p:txBody>
          <a:bodyPr/>
          <a:lstStyle/>
          <a:p>
            <a:pPr algn="r" eaLnBrk="1" hangingPunct="1"/>
            <a:r>
              <a:rPr lang="he-IL" altLang="he-IL"/>
              <a:t>ואפשר גם כך..</a:t>
            </a:r>
            <a:endParaRPr lang="en-US" altLang="he-IL"/>
          </a:p>
        </p:txBody>
      </p:sp>
      <p:sp>
        <p:nvSpPr>
          <p:cNvPr id="24579" name="Content Placeholder 2">
            <a:extLst>
              <a:ext uri="{FF2B5EF4-FFF2-40B4-BE49-F238E27FC236}">
                <a16:creationId xmlns:a16="http://schemas.microsoft.com/office/drawing/2014/main" id="{832F228D-26FE-4178-9839-E571002940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793875"/>
            <a:ext cx="8229600" cy="4530725"/>
          </a:xfrm>
        </p:spPr>
        <p:txBody>
          <a:bodyPr/>
          <a:lstStyle/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he-IL" sz="1600" dirty="0"/>
              <a:t>static int Max(int x, int y)</a:t>
            </a: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he-IL" sz="1600" dirty="0"/>
              <a:t>{</a:t>
            </a:r>
            <a:endParaRPr lang="he-IL" altLang="he-IL" sz="1600" dirty="0"/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he-IL" sz="1600" dirty="0"/>
              <a:t>      if (x &gt; y)</a:t>
            </a: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he-IL" sz="1600" dirty="0"/>
              <a:t>           return x;</a:t>
            </a: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he-IL" sz="1600" dirty="0">
                <a:solidFill>
                  <a:srgbClr val="0070C0"/>
                </a:solidFill>
              </a:rPr>
              <a:t>     return y;</a:t>
            </a: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he-IL" altLang="he-IL" sz="1600" dirty="0"/>
              <a:t>        {</a:t>
            </a: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endParaRPr lang="he-IL" altLang="he-IL" sz="1600" dirty="0"/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he-IL" sz="1600" dirty="0"/>
              <a:t>static void Main(string[] </a:t>
            </a:r>
            <a:r>
              <a:rPr lang="en-US" altLang="he-IL" sz="1600" dirty="0" err="1"/>
              <a:t>args</a:t>
            </a:r>
            <a:r>
              <a:rPr lang="en-US" altLang="he-IL" sz="1600" dirty="0"/>
              <a:t>)</a:t>
            </a: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he-IL" sz="1600" dirty="0"/>
              <a:t>{</a:t>
            </a:r>
            <a:endParaRPr lang="he-IL" altLang="he-IL" sz="1600" dirty="0"/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he-IL" sz="1600" dirty="0"/>
              <a:t>      int num1, num2, maximum;</a:t>
            </a: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endParaRPr lang="he-IL" altLang="he-IL" sz="1600" dirty="0"/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he-IL" sz="1600" dirty="0"/>
              <a:t>      </a:t>
            </a:r>
            <a:r>
              <a:rPr lang="en-US" altLang="he-IL" sz="1600" dirty="0" err="1"/>
              <a:t>Console.WriteLine</a:t>
            </a:r>
            <a:r>
              <a:rPr lang="en-US" altLang="he-IL" sz="1600" dirty="0"/>
              <a:t>("Enter 2 numbers: ");</a:t>
            </a: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he-IL" sz="1600" dirty="0"/>
              <a:t>      num1 = </a:t>
            </a:r>
            <a:r>
              <a:rPr lang="en-US" altLang="he-IL" sz="1600" dirty="0" err="1"/>
              <a:t>int.Parse</a:t>
            </a:r>
            <a:r>
              <a:rPr lang="en-US" altLang="he-IL" sz="1600" dirty="0"/>
              <a:t>(</a:t>
            </a:r>
            <a:r>
              <a:rPr lang="en-US" altLang="he-IL" sz="1600" dirty="0" err="1"/>
              <a:t>Console.ReadLine</a:t>
            </a:r>
            <a:r>
              <a:rPr lang="en-US" altLang="he-IL" sz="1600" dirty="0"/>
              <a:t>());</a:t>
            </a: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he-IL" sz="1600" dirty="0"/>
              <a:t>      num2 = </a:t>
            </a:r>
            <a:r>
              <a:rPr lang="en-US" altLang="he-IL" sz="1600" dirty="0" err="1"/>
              <a:t>int.Parse</a:t>
            </a:r>
            <a:r>
              <a:rPr lang="en-US" altLang="he-IL" sz="1600" dirty="0"/>
              <a:t>(</a:t>
            </a:r>
            <a:r>
              <a:rPr lang="en-US" altLang="he-IL" sz="1600" dirty="0" err="1"/>
              <a:t>Console.ReadLine</a:t>
            </a:r>
            <a:r>
              <a:rPr lang="en-US" altLang="he-IL" sz="1600" dirty="0"/>
              <a:t>());</a:t>
            </a: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he-IL" sz="1600" dirty="0"/>
              <a:t>      maximum = Max(num1, num2);</a:t>
            </a: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he-IL" sz="1600" dirty="0"/>
              <a:t>      </a:t>
            </a:r>
            <a:r>
              <a:rPr lang="en-US" altLang="he-IL" sz="1600" dirty="0" err="1"/>
              <a:t>Console.WriteLine</a:t>
            </a:r>
            <a:r>
              <a:rPr lang="en-US" altLang="he-IL" sz="1600" dirty="0"/>
              <a:t>("The max is {0}", maximum);</a:t>
            </a:r>
            <a:endParaRPr lang="he-IL" altLang="he-IL" sz="1600" dirty="0"/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he-IL" altLang="he-IL" sz="1600" dirty="0"/>
              <a:t>       {</a:t>
            </a: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AD24252C-FE15-4A00-B745-6991A9EF03FC}"/>
              </a:ext>
            </a:extLst>
          </p:cNvPr>
          <p:cNvSpPr txBox="1">
            <a:spLocks/>
          </p:cNvSpPr>
          <p:nvPr/>
        </p:nvSpPr>
        <p:spPr>
          <a:xfrm>
            <a:off x="0" y="1271588"/>
            <a:ext cx="533400" cy="244475"/>
          </a:xfrm>
          <a:prstGeom prst="rect">
            <a:avLst/>
          </a:prstGeom>
        </p:spPr>
        <p:txBody>
          <a:bodyPr anchor="ctr">
            <a:norm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80000"/>
              </a:lnSpc>
            </a:pPr>
            <a:fld id="{5DB8102E-54FF-43A9-B65C-724F90099AEB}" type="slidenum">
              <a:rPr lang="he-IL" altLang="he-IL" sz="1200" b="1">
                <a:solidFill>
                  <a:srgbClr val="FFFFFF"/>
                </a:solidFill>
              </a:rPr>
              <a:pPr algn="ctr" eaLnBrk="1" hangingPunct="1">
                <a:lnSpc>
                  <a:spcPct val="80000"/>
                </a:lnSpc>
              </a:pPr>
              <a:t>16</a:t>
            </a:fld>
            <a:endParaRPr lang="en-US" altLang="he-IL" sz="1200" b="1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>
            <a:extLst>
              <a:ext uri="{FF2B5EF4-FFF2-40B4-BE49-F238E27FC236}">
                <a16:creationId xmlns:a16="http://schemas.microsoft.com/office/drawing/2014/main" id="{E8F0E810-E51B-40E2-A143-B81F1FF6386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12775" y="228600"/>
            <a:ext cx="8153400" cy="990600"/>
          </a:xfrm>
        </p:spPr>
        <p:txBody>
          <a:bodyPr/>
          <a:lstStyle/>
          <a:p>
            <a:pPr algn="r" eaLnBrk="1" hangingPunct="1"/>
            <a:r>
              <a:rPr lang="he-IL" altLang="he-IL"/>
              <a:t>מחסנית הקריאות</a:t>
            </a:r>
            <a:endParaRPr lang="en-US" altLang="he-IL"/>
          </a:p>
        </p:txBody>
      </p:sp>
      <p:sp>
        <p:nvSpPr>
          <p:cNvPr id="25603" name="Rectangle 3">
            <a:extLst>
              <a:ext uri="{FF2B5EF4-FFF2-40B4-BE49-F238E27FC236}">
                <a16:creationId xmlns:a16="http://schemas.microsoft.com/office/drawing/2014/main" id="{C693CD50-2CCD-4E4B-836C-F87B3657510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12775" y="1600200"/>
            <a:ext cx="8153400" cy="4495800"/>
          </a:xfrm>
        </p:spPr>
        <p:txBody>
          <a:bodyPr/>
          <a:lstStyle/>
          <a:p>
            <a:pPr algn="r" rtl="1" eaLnBrk="1" hangingPunct="1"/>
            <a:endParaRPr lang="he-IL" altLang="he-IL"/>
          </a:p>
          <a:p>
            <a:pPr algn="r" rtl="1" eaLnBrk="1" hangingPunct="1"/>
            <a:r>
              <a:rPr lang="he-IL" altLang="he-IL"/>
              <a:t>כאשר קוראים לפונקציה, למעשה "קופצים" לאוסף הפקודות שלה, ושומרים את מקום החזרה</a:t>
            </a:r>
          </a:p>
          <a:p>
            <a:pPr algn="r" rtl="1" eaLnBrk="1" hangingPunct="1"/>
            <a:endParaRPr lang="he-IL" altLang="he-IL"/>
          </a:p>
          <a:p>
            <a:pPr algn="r" rtl="1" eaLnBrk="1" hangingPunct="1"/>
            <a:r>
              <a:rPr lang="he-IL" altLang="he-IL"/>
              <a:t>כאשר נתקלים בפקודה </a:t>
            </a:r>
            <a:r>
              <a:rPr lang="en-US" altLang="he-IL"/>
              <a:t>return</a:t>
            </a:r>
            <a:r>
              <a:rPr lang="he-IL" altLang="he-IL"/>
              <a:t> בתוך גוף הפונקציה, חוזרים לביצוע הפעולות מהמקום בו קראנו לה</a:t>
            </a:r>
          </a:p>
          <a:p>
            <a:pPr lvl="1" algn="r" rtl="1" eaLnBrk="1" hangingPunct="1"/>
            <a:r>
              <a:rPr lang="he-IL" altLang="he-IL"/>
              <a:t>אם אין את הפקודה </a:t>
            </a:r>
            <a:r>
              <a:rPr lang="en-US" altLang="he-IL"/>
              <a:t>return</a:t>
            </a:r>
            <a:r>
              <a:rPr lang="he-IL" altLang="he-IL"/>
              <a:t> בפונקציה חוזרים לביצוע הפעולות מהמקום בו קראנו לה לאחר סיום ביצוע אוסף הפקודות שבה</a:t>
            </a:r>
          </a:p>
          <a:p>
            <a:pPr lvl="2" algn="r" rtl="1" eaLnBrk="1" hangingPunct="1"/>
            <a:r>
              <a:rPr lang="he-IL" altLang="he-IL"/>
              <a:t>רק בפונקציה שהיא </a:t>
            </a:r>
            <a:r>
              <a:rPr lang="en-US" altLang="he-IL"/>
              <a:t>void</a:t>
            </a:r>
            <a:r>
              <a:rPr lang="he-IL" altLang="he-IL"/>
              <a:t> יתכן מצב שלא תהייה הפקודה </a:t>
            </a:r>
            <a:r>
              <a:rPr lang="en-US" altLang="he-IL"/>
              <a:t>return</a:t>
            </a: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79201670-4EE4-4167-A253-A5B89A4F2AF6}"/>
              </a:ext>
            </a:extLst>
          </p:cNvPr>
          <p:cNvSpPr txBox="1">
            <a:spLocks/>
          </p:cNvSpPr>
          <p:nvPr/>
        </p:nvSpPr>
        <p:spPr>
          <a:xfrm>
            <a:off x="0" y="1271588"/>
            <a:ext cx="533400" cy="244475"/>
          </a:xfrm>
          <a:prstGeom prst="rect">
            <a:avLst/>
          </a:prstGeom>
        </p:spPr>
        <p:txBody>
          <a:bodyPr anchor="ctr">
            <a:norm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80000"/>
              </a:lnSpc>
            </a:pPr>
            <a:fld id="{BC8AF40C-83E0-4E92-B40D-B2049293EAD1}" type="slidenum">
              <a:rPr lang="he-IL" altLang="he-IL" sz="1200" b="1">
                <a:solidFill>
                  <a:srgbClr val="FFFFFF"/>
                </a:solidFill>
              </a:rPr>
              <a:pPr algn="ctr" eaLnBrk="1" hangingPunct="1">
                <a:lnSpc>
                  <a:spcPct val="80000"/>
                </a:lnSpc>
              </a:pPr>
              <a:t>17</a:t>
            </a:fld>
            <a:endParaRPr lang="en-US" altLang="he-IL" sz="1200" b="1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6E87D28D-CCCF-4FCA-8258-C4EB32D2B70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12775" y="228600"/>
            <a:ext cx="8153400" cy="990600"/>
          </a:xfrm>
        </p:spPr>
        <p:txBody>
          <a:bodyPr/>
          <a:lstStyle/>
          <a:p>
            <a:pPr algn="r" eaLnBrk="1" hangingPunct="1"/>
            <a:r>
              <a:rPr lang="he-IL" altLang="he-IL"/>
              <a:t>תוכנית שלמה עם פונקציה - הרצה</a:t>
            </a:r>
            <a:endParaRPr lang="en-US" altLang="he-IL"/>
          </a:p>
        </p:txBody>
      </p:sp>
      <p:sp>
        <p:nvSpPr>
          <p:cNvPr id="67587" name="Rectangle 3">
            <a:extLst>
              <a:ext uri="{FF2B5EF4-FFF2-40B4-BE49-F238E27FC236}">
                <a16:creationId xmlns:a16="http://schemas.microsoft.com/office/drawing/2014/main" id="{EB53A797-8A59-4E11-B22E-D05680C085E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6200" y="1676400"/>
            <a:ext cx="8458200" cy="4495800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he-IL" sz="1600" noProof="1"/>
              <a:t>static int Power(int </a:t>
            </a:r>
            <a:r>
              <a:rPr lang="en-US" altLang="he-IL" sz="1600" dirty="0"/>
              <a:t>a</a:t>
            </a:r>
            <a:r>
              <a:rPr lang="en-US" altLang="he-IL" sz="1600" noProof="1"/>
              <a:t>, int </a:t>
            </a:r>
            <a:r>
              <a:rPr lang="en-US" altLang="he-IL" sz="1600" dirty="0"/>
              <a:t>b</a:t>
            </a:r>
            <a:r>
              <a:rPr lang="en-US" altLang="he-IL" sz="1600" noProof="1"/>
              <a:t>)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he-IL" sz="1600" noProof="1"/>
              <a:t>{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he-IL" sz="1600" noProof="1"/>
              <a:t>	int i, result=1;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he-IL" sz="1600" noProof="1"/>
              <a:t>	for (i=0 ; i &lt; </a:t>
            </a:r>
            <a:r>
              <a:rPr lang="en-US" altLang="he-IL" sz="1600" dirty="0"/>
              <a:t>b</a:t>
            </a:r>
            <a:r>
              <a:rPr lang="en-US" altLang="he-IL" sz="1600" noProof="1"/>
              <a:t> ; i++)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he-IL" sz="1600" noProof="1"/>
              <a:t>		result *= </a:t>
            </a:r>
            <a:r>
              <a:rPr lang="en-US" altLang="he-IL" sz="1600" dirty="0"/>
              <a:t>a</a:t>
            </a:r>
            <a:r>
              <a:rPr lang="en-US" altLang="he-IL" sz="1600" noProof="1"/>
              <a:t>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he-IL" sz="1600" noProof="1"/>
              <a:t>	return result;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he-IL" sz="1600" noProof="1"/>
              <a:t>}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altLang="he-IL" sz="1600" noProof="1"/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he-IL" sz="1600" noProof="1"/>
              <a:t>static void Main(string[] args)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he-IL" sz="1600" noProof="1"/>
              <a:t>{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he-IL" sz="1600" noProof="1"/>
              <a:t>	int base1, exponent, result;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altLang="he-IL" sz="1600" noProof="1"/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he-IL" sz="1600" noProof="1"/>
              <a:t>	Console.WriteLine("Please enter base and exponent: ");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he-IL" sz="1600" noProof="1"/>
              <a:t>	</a:t>
            </a:r>
            <a:r>
              <a:rPr lang="en-US" altLang="he-IL" sz="1600" dirty="0"/>
              <a:t>base1 = </a:t>
            </a:r>
            <a:r>
              <a:rPr lang="en-US" altLang="he-IL" sz="1600" dirty="0" err="1"/>
              <a:t>int.Parse</a:t>
            </a:r>
            <a:r>
              <a:rPr lang="en-US" altLang="he-IL" sz="1600" dirty="0"/>
              <a:t>(</a:t>
            </a:r>
            <a:r>
              <a:rPr lang="en-US" altLang="he-IL" sz="1600" dirty="0" err="1"/>
              <a:t>Console.ReadLine</a:t>
            </a:r>
            <a:r>
              <a:rPr lang="en-US" altLang="he-IL" sz="1600" dirty="0"/>
              <a:t>());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he-IL" sz="1600" dirty="0"/>
              <a:t>      exponent= </a:t>
            </a:r>
            <a:r>
              <a:rPr lang="en-US" altLang="he-IL" sz="1600" dirty="0" err="1"/>
              <a:t>int.Parse</a:t>
            </a:r>
            <a:r>
              <a:rPr lang="en-US" altLang="he-IL" sz="1600" dirty="0"/>
              <a:t>(</a:t>
            </a:r>
            <a:r>
              <a:rPr lang="en-US" altLang="he-IL" sz="1600" dirty="0" err="1"/>
              <a:t>Console.ReadLine</a:t>
            </a:r>
            <a:r>
              <a:rPr lang="en-US" altLang="he-IL" sz="1600" dirty="0"/>
              <a:t>());</a:t>
            </a:r>
            <a:endParaRPr lang="en-US" altLang="he-IL" sz="1600" noProof="1"/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he-IL" sz="1600" noProof="1"/>
              <a:t>	</a:t>
            </a:r>
            <a:r>
              <a:rPr lang="en-US" altLang="he-IL" sz="1600" dirty="0"/>
              <a:t>         </a:t>
            </a:r>
            <a:r>
              <a:rPr lang="en-US" altLang="he-IL" sz="1600" noProof="1"/>
              <a:t>  = Power(base1, exponent);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he-IL" sz="1600" noProof="1"/>
              <a:t>	Console.WriteLine(“{0}^{1}={2}", base1, exponent, result);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he-IL" sz="1600" noProof="1"/>
              <a:t>}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altLang="he-IL" sz="1600" dirty="0"/>
          </a:p>
        </p:txBody>
      </p:sp>
      <p:sp>
        <p:nvSpPr>
          <p:cNvPr id="67594" name="Rectangle 10">
            <a:extLst>
              <a:ext uri="{FF2B5EF4-FFF2-40B4-BE49-F238E27FC236}">
                <a16:creationId xmlns:a16="http://schemas.microsoft.com/office/drawing/2014/main" id="{D3215286-F3FF-42A0-9000-AB7AEBA9FE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5943600"/>
            <a:ext cx="9906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algn="l" eaLnBrk="0" hangingPunct="0">
              <a:lnSpc>
                <a:spcPct val="8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  <a:defRPr/>
            </a:pPr>
            <a:r>
              <a:rPr lang="en-US" sz="1600" dirty="0">
                <a:latin typeface="+mn-lt"/>
              </a:rPr>
              <a:t>result</a:t>
            </a:r>
          </a:p>
        </p:txBody>
      </p:sp>
      <p:sp>
        <p:nvSpPr>
          <p:cNvPr id="67595" name="Rectangle 11">
            <a:extLst>
              <a:ext uri="{FF2B5EF4-FFF2-40B4-BE49-F238E27FC236}">
                <a16:creationId xmlns:a16="http://schemas.microsoft.com/office/drawing/2014/main" id="{09463150-1B88-49D5-909D-7F9C79F088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91400" y="5638800"/>
            <a:ext cx="914400" cy="533400"/>
          </a:xfrm>
          <a:prstGeom prst="rect">
            <a:avLst/>
          </a:prstGeom>
          <a:solidFill>
            <a:srgbClr val="FF9900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he-IL"/>
              <a:t>main</a:t>
            </a:r>
          </a:p>
          <a:p>
            <a:pPr eaLnBrk="1" hangingPunct="1"/>
            <a:r>
              <a:rPr lang="en-US" altLang="he-IL"/>
              <a:t>( line 4)</a:t>
            </a:r>
          </a:p>
        </p:txBody>
      </p:sp>
      <p:sp>
        <p:nvSpPr>
          <p:cNvPr id="24584" name="Text Box 12">
            <a:extLst>
              <a:ext uri="{FF2B5EF4-FFF2-40B4-BE49-F238E27FC236}">
                <a16:creationId xmlns:a16="http://schemas.microsoft.com/office/drawing/2014/main" id="{F70502DB-A65A-433F-ACCE-9606AE2F17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10400" y="6110288"/>
            <a:ext cx="17526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he-IL" altLang="he-IL"/>
              <a:t>מחסנית הקריאות</a:t>
            </a:r>
            <a:endParaRPr lang="en-US" altLang="he-IL"/>
          </a:p>
        </p:txBody>
      </p:sp>
      <p:sp>
        <p:nvSpPr>
          <p:cNvPr id="67597" name="Rectangle 13">
            <a:extLst>
              <a:ext uri="{FF2B5EF4-FFF2-40B4-BE49-F238E27FC236}">
                <a16:creationId xmlns:a16="http://schemas.microsoft.com/office/drawing/2014/main" id="{76FDACF8-A50F-45C6-A571-055EF1B663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91400" y="5105400"/>
            <a:ext cx="914400" cy="533400"/>
          </a:xfrm>
          <a:prstGeom prst="rect">
            <a:avLst/>
          </a:prstGeom>
          <a:solidFill>
            <a:srgbClr val="FF9900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he-IL"/>
              <a:t>power</a:t>
            </a:r>
          </a:p>
        </p:txBody>
      </p:sp>
      <p:sp>
        <p:nvSpPr>
          <p:cNvPr id="10" name="Slide Number Placeholder 3">
            <a:extLst>
              <a:ext uri="{FF2B5EF4-FFF2-40B4-BE49-F238E27FC236}">
                <a16:creationId xmlns:a16="http://schemas.microsoft.com/office/drawing/2014/main" id="{9A3B3664-409E-4D04-9DA1-36ACC595AD3C}"/>
              </a:ext>
            </a:extLst>
          </p:cNvPr>
          <p:cNvSpPr txBox="1">
            <a:spLocks/>
          </p:cNvSpPr>
          <p:nvPr/>
        </p:nvSpPr>
        <p:spPr>
          <a:xfrm>
            <a:off x="0" y="1271588"/>
            <a:ext cx="533400" cy="244475"/>
          </a:xfrm>
          <a:prstGeom prst="rect">
            <a:avLst/>
          </a:prstGeom>
        </p:spPr>
        <p:txBody>
          <a:bodyPr anchor="ctr">
            <a:norm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80000"/>
              </a:lnSpc>
            </a:pPr>
            <a:fld id="{AF6ECC22-D2C2-4146-84F9-2602F14C029D}" type="slidenum">
              <a:rPr lang="he-IL" altLang="he-IL" sz="1200" b="1">
                <a:solidFill>
                  <a:srgbClr val="FFFFFF"/>
                </a:solidFill>
              </a:rPr>
              <a:pPr algn="ctr" eaLnBrk="1" hangingPunct="1">
                <a:lnSpc>
                  <a:spcPct val="80000"/>
                </a:lnSpc>
              </a:pPr>
              <a:t>18</a:t>
            </a:fld>
            <a:endParaRPr lang="en-US" altLang="he-IL" sz="1200" b="1">
              <a:solidFill>
                <a:srgbClr val="FFFFFF"/>
              </a:solidFill>
            </a:endParaRPr>
          </a:p>
        </p:txBody>
      </p:sp>
      <p:pic>
        <p:nvPicPr>
          <p:cNvPr id="26635" name="Picture 2">
            <a:extLst>
              <a:ext uri="{FF2B5EF4-FFF2-40B4-BE49-F238E27FC236}">
                <a16:creationId xmlns:a16="http://schemas.microsoft.com/office/drawing/2014/main" id="{E7ADB04E-00E6-422E-82CA-91BB111333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0600" y="1828800"/>
            <a:ext cx="4024313" cy="871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9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6759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" dur="500"/>
                                        <p:tgtEl>
                                          <p:spTgt spid="675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5" presetClass="emph" presetSubtype="1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set>
                                      <p:cBhvr override="childStyle">
                                        <p:cTn id="12" dur="indefinite"/>
                                        <p:tgtEl>
                                          <p:spTgt spid="6758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style.fontStyle</p:attrName>
                                        </p:attrNameLst>
                                      </p:cBhvr>
                                      <p:to>
                                        <p:strVal val="normal"/>
                                      </p:to>
                                    </p:set>
                                    <p:set>
                                      <p:cBhvr override="childStyle">
                                        <p:cTn id="13" dur="indefinite"/>
                                        <p:tgtEl>
                                          <p:spTgt spid="6758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  <p:set>
                                      <p:cBhvr override="childStyle">
                                        <p:cTn id="14" dur="indefinite"/>
                                        <p:tgtEl>
                                          <p:spTgt spid="6758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fals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245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mph" presetSubtype="1" nodeType="click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set>
                                      <p:cBhvr override="childStyle">
                                        <p:cTn id="21" dur="indefinite"/>
                                        <p:tgtEl>
                                          <p:spTgt spid="6758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style.fontStyle</p:attrName>
                                        </p:attrNameLst>
                                      </p:cBhvr>
                                      <p:to>
                                        <p:strVal val="normal"/>
                                      </p:to>
                                    </p:set>
                                    <p:set>
                                      <p:cBhvr override="childStyle">
                                        <p:cTn id="22" dur="indefinite"/>
                                        <p:tgtEl>
                                          <p:spTgt spid="6758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  <p:set>
                                      <p:cBhvr override="childStyle">
                                        <p:cTn id="23" dur="indefinite"/>
                                        <p:tgtEl>
                                          <p:spTgt spid="6758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fals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5" presetClass="emph" presetSubtype="1" nodeType="click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set>
                                      <p:cBhvr override="childStyle">
                                        <p:cTn id="27" dur="indefinite"/>
                                        <p:tgtEl>
                                          <p:spTgt spid="6758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style.fontStyle</p:attrName>
                                        </p:attrNameLst>
                                      </p:cBhvr>
                                      <p:to>
                                        <p:strVal val="normal"/>
                                      </p:to>
                                    </p:set>
                                    <p:set>
                                      <p:cBhvr override="childStyle">
                                        <p:cTn id="28" dur="indefinite"/>
                                        <p:tgtEl>
                                          <p:spTgt spid="6758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  <p:set>
                                      <p:cBhvr override="childStyle">
                                        <p:cTn id="29" dur="indefinite"/>
                                        <p:tgtEl>
                                          <p:spTgt spid="6758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fals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5" presetClass="emph" presetSubtype="1" nodeType="click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set>
                                      <p:cBhvr override="childStyle">
                                        <p:cTn id="33" dur="indefinite"/>
                                        <p:tgtEl>
                                          <p:spTgt spid="6758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style.fontStyle</p:attrName>
                                        </p:attrNameLst>
                                      </p:cBhvr>
                                      <p:to>
                                        <p:strVal val="normal"/>
                                      </p:to>
                                    </p:set>
                                    <p:set>
                                      <p:cBhvr override="childStyle">
                                        <p:cTn id="34" dur="indefinite"/>
                                        <p:tgtEl>
                                          <p:spTgt spid="6758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  <p:set>
                                      <p:cBhvr override="childStyle">
                                        <p:cTn id="35" dur="indefinite"/>
                                        <p:tgtEl>
                                          <p:spTgt spid="6758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fals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5" presetClass="emph" presetSubtype="1" nodeType="click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set>
                                      <p:cBhvr override="childStyle">
                                        <p:cTn id="39" dur="indefinite"/>
                                        <p:tgtEl>
                                          <p:spTgt spid="67587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style.fontStyle</p:attrName>
                                        </p:attrNameLst>
                                      </p:cBhvr>
                                      <p:to>
                                        <p:strVal val="normal"/>
                                      </p:to>
                                    </p:set>
                                    <p:set>
                                      <p:cBhvr override="childStyle">
                                        <p:cTn id="40" dur="indefinite"/>
                                        <p:tgtEl>
                                          <p:spTgt spid="67587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  <p:set>
                                      <p:cBhvr override="childStyle">
                                        <p:cTn id="41" dur="indefinite"/>
                                        <p:tgtEl>
                                          <p:spTgt spid="67587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fals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6" dur="500"/>
                                        <p:tgtEl>
                                          <p:spTgt spid="675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9" dur="500"/>
                                        <p:tgtEl>
                                          <p:spTgt spid="675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5" presetClass="emph" presetSubtype="1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set>
                                      <p:cBhvr override="childStyle">
                                        <p:cTn id="51" dur="indefinite"/>
                                        <p:tgtEl>
                                          <p:spTgt spid="675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style.fontStyle</p:attrName>
                                        </p:attrNameLst>
                                      </p:cBhvr>
                                      <p:to>
                                        <p:strVal val="normal"/>
                                      </p:to>
                                    </p:set>
                                    <p:set>
                                      <p:cBhvr override="childStyle">
                                        <p:cTn id="52" dur="indefinite"/>
                                        <p:tgtEl>
                                          <p:spTgt spid="675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  <p:set>
                                      <p:cBhvr override="childStyle">
                                        <p:cTn id="53" dur="indefinite"/>
                                        <p:tgtEl>
                                          <p:spTgt spid="675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fals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5" presetClass="emph" presetSubtype="1" nodeType="click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set>
                                      <p:cBhvr override="childStyle">
                                        <p:cTn id="57" dur="indefinite"/>
                                        <p:tgtEl>
                                          <p:spTgt spid="675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style.fontStyle</p:attrName>
                                        </p:attrNameLst>
                                      </p:cBhvr>
                                      <p:to>
                                        <p:strVal val="normal"/>
                                      </p:to>
                                    </p:set>
                                    <p:set>
                                      <p:cBhvr override="childStyle">
                                        <p:cTn id="58" dur="indefinite"/>
                                        <p:tgtEl>
                                          <p:spTgt spid="675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  <p:set>
                                      <p:cBhvr override="childStyle">
                                        <p:cTn id="59" dur="indefinite"/>
                                        <p:tgtEl>
                                          <p:spTgt spid="675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fals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5" presetClass="emph" presetSubtype="1" nodeType="click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set>
                                      <p:cBhvr override="childStyle">
                                        <p:cTn id="63" dur="indefinite"/>
                                        <p:tgtEl>
                                          <p:spTgt spid="675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style.fontStyle</p:attrName>
                                        </p:attrNameLst>
                                      </p:cBhvr>
                                      <p:to>
                                        <p:strVal val="normal"/>
                                      </p:to>
                                    </p:set>
                                    <p:set>
                                      <p:cBhvr override="childStyle">
                                        <p:cTn id="64" dur="indefinite"/>
                                        <p:tgtEl>
                                          <p:spTgt spid="675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  <p:set>
                                      <p:cBhvr override="childStyle">
                                        <p:cTn id="65" dur="indefinite"/>
                                        <p:tgtEl>
                                          <p:spTgt spid="675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fals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5" presetClass="emph" presetSubtype="1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set>
                                      <p:cBhvr override="childStyle">
                                        <p:cTn id="67" dur="indefinite"/>
                                        <p:tgtEl>
                                          <p:spTgt spid="675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style.fontStyle</p:attrName>
                                        </p:attrNameLst>
                                      </p:cBhvr>
                                      <p:to>
                                        <p:strVal val="normal"/>
                                      </p:to>
                                    </p:set>
                                    <p:set>
                                      <p:cBhvr override="childStyle">
                                        <p:cTn id="68" dur="indefinite"/>
                                        <p:tgtEl>
                                          <p:spTgt spid="675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  <p:set>
                                      <p:cBhvr override="childStyle">
                                        <p:cTn id="69" dur="indefinite"/>
                                        <p:tgtEl>
                                          <p:spTgt spid="675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fals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 nodeType="clickPar">
                      <p:stCondLst>
                        <p:cond delay="indefinite"/>
                      </p:stCondLst>
                      <p:childTnLst>
                        <p:par>
                          <p:cTn id="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2" presetID="5" presetClass="emph" presetSubtype="1" nodeType="click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set>
                                      <p:cBhvr override="childStyle">
                                        <p:cTn id="73" dur="indefinite"/>
                                        <p:tgtEl>
                                          <p:spTgt spid="675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style.fontStyle</p:attrName>
                                        </p:attrNameLst>
                                      </p:cBhvr>
                                      <p:to>
                                        <p:strVal val="normal"/>
                                      </p:to>
                                    </p:set>
                                    <p:set>
                                      <p:cBhvr override="childStyle">
                                        <p:cTn id="74" dur="indefinite"/>
                                        <p:tgtEl>
                                          <p:spTgt spid="675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  <p:set>
                                      <p:cBhvr override="childStyle">
                                        <p:cTn id="75" dur="indefinite"/>
                                        <p:tgtEl>
                                          <p:spTgt spid="675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fals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 nodeType="clickPar">
                      <p:stCondLst>
                        <p:cond delay="indefinite"/>
                      </p:stCondLst>
                      <p:childTnLst>
                        <p:par>
                          <p:cTn id="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8" presetID="4" presetClass="exit" presetSubtype="16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79" dur="500"/>
                                        <p:tgtEl>
                                          <p:spTgt spid="6759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75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4" presetClass="exit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82" dur="500"/>
                                        <p:tgtEl>
                                          <p:spTgt spid="675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75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" presetID="5" presetClass="emph" presetSubtype="1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set>
                                      <p:cBhvr override="childStyle">
                                        <p:cTn id="85" dur="indefinite"/>
                                        <p:tgtEl>
                                          <p:spTgt spid="675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style.fontStyle</p:attrName>
                                        </p:attrNameLst>
                                      </p:cBhvr>
                                      <p:to>
                                        <p:strVal val="normal"/>
                                      </p:to>
                                    </p:set>
                                    <p:set>
                                      <p:cBhvr override="childStyle">
                                        <p:cTn id="86" dur="indefinite"/>
                                        <p:tgtEl>
                                          <p:spTgt spid="675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  <p:set>
                                      <p:cBhvr override="childStyle">
                                        <p:cTn id="87" dur="indefinite"/>
                                        <p:tgtEl>
                                          <p:spTgt spid="675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fals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 nodeType="clickPar">
                      <p:stCondLst>
                        <p:cond delay="indefinite"/>
                      </p:stCondLst>
                      <p:childTnLst>
                        <p:par>
                          <p:cTn id="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0" presetID="5" presetClass="emph" presetSubtype="1" nodeType="click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set>
                                      <p:cBhvr override="childStyle">
                                        <p:cTn id="91" dur="indefinite"/>
                                        <p:tgtEl>
                                          <p:spTgt spid="67587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style.fontStyle</p:attrName>
                                        </p:attrNameLst>
                                      </p:cBhvr>
                                      <p:to>
                                        <p:strVal val="normal"/>
                                      </p:to>
                                    </p:set>
                                    <p:set>
                                      <p:cBhvr override="childStyle">
                                        <p:cTn id="92" dur="indefinite"/>
                                        <p:tgtEl>
                                          <p:spTgt spid="67587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  <p:set>
                                      <p:cBhvr override="childStyle">
                                        <p:cTn id="93" dur="indefinite"/>
                                        <p:tgtEl>
                                          <p:spTgt spid="67587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fals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 nodeType="clickPar">
                      <p:stCondLst>
                        <p:cond delay="indefinite"/>
                      </p:stCondLst>
                      <p:childTnLst>
                        <p:par>
                          <p:cTn id="9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6" presetID="4" presetClass="exit" presetSubtype="16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97" dur="500"/>
                                        <p:tgtEl>
                                          <p:spTgt spid="675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75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4" presetClass="exit" presetSubtype="16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100" dur="500"/>
                                        <p:tgtEl>
                                          <p:spTgt spid="675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75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2" presetID="4" presetClass="exit" presetSubtype="16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103" dur="500"/>
                                        <p:tgtEl>
                                          <p:spTgt spid="6759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759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4" presetClass="exit" presetSubtype="16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106" dur="500"/>
                                        <p:tgtEl>
                                          <p:spTgt spid="2458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7595" grpId="0" build="allAtOnce" animBg="1"/>
      <p:bldP spid="67595" grpId="1" build="allAtOnce" animBg="1"/>
      <p:bldP spid="24584" grpId="0"/>
      <p:bldP spid="24584" grpId="1"/>
      <p:bldP spid="67597" grpId="0" animBg="1"/>
      <p:bldP spid="67597" grpId="1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3">
            <a:extLst>
              <a:ext uri="{FF2B5EF4-FFF2-40B4-BE49-F238E27FC236}">
                <a16:creationId xmlns:a16="http://schemas.microsoft.com/office/drawing/2014/main" id="{37FC2FD9-7290-4338-9C3C-8A695E622D6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6200" y="1600200"/>
            <a:ext cx="8686800" cy="4530725"/>
          </a:xfrm>
        </p:spPr>
        <p:txBody>
          <a:bodyPr/>
          <a:lstStyle/>
          <a:p>
            <a:pPr algn="r" rtl="1" eaLnBrk="1" hangingPunct="1">
              <a:lnSpc>
                <a:spcPct val="90000"/>
              </a:lnSpc>
            </a:pPr>
            <a:r>
              <a:rPr lang="he-IL" altLang="he-IL"/>
              <a:t>ראינו את הזיכרון של ה- </a:t>
            </a:r>
            <a:r>
              <a:rPr lang="en-US" altLang="he-IL"/>
              <a:t>main</a:t>
            </a:r>
            <a:endParaRPr lang="he-IL" altLang="he-IL"/>
          </a:p>
          <a:p>
            <a:pPr lvl="1" algn="r" rtl="1" eaLnBrk="1" hangingPunct="1">
              <a:lnSpc>
                <a:spcPct val="90000"/>
              </a:lnSpc>
            </a:pPr>
            <a:r>
              <a:rPr lang="he-IL" altLang="he-IL"/>
              <a:t>תזכורת: ה- </a:t>
            </a:r>
            <a:r>
              <a:rPr lang="en-US" altLang="he-IL"/>
              <a:t>main</a:t>
            </a:r>
            <a:r>
              <a:rPr lang="he-IL" altLang="he-IL"/>
              <a:t> הוא פונקציה</a:t>
            </a:r>
          </a:p>
          <a:p>
            <a:pPr algn="r" rtl="1" eaLnBrk="1" hangingPunct="1">
              <a:lnSpc>
                <a:spcPct val="90000"/>
              </a:lnSpc>
            </a:pPr>
            <a:r>
              <a:rPr lang="he-IL" altLang="he-IL"/>
              <a:t>לכל פונקציה יש שטח זיכרון נפרד בו מוגדרים המשתנים של הפונקציה הנמצא ב- </a:t>
            </a:r>
            <a:r>
              <a:rPr lang="en-US" altLang="he-IL"/>
              <a:t>stack</a:t>
            </a:r>
            <a:r>
              <a:rPr lang="he-IL" altLang="he-IL"/>
              <a:t> במיקום המוקצה לפונקציה</a:t>
            </a:r>
          </a:p>
          <a:p>
            <a:pPr lvl="1" algn="r" rtl="1" eaLnBrk="1" hangingPunct="1">
              <a:lnSpc>
                <a:spcPct val="90000"/>
              </a:lnSpc>
            </a:pPr>
            <a:r>
              <a:rPr lang="he-IL" altLang="he-IL"/>
              <a:t>הפרמטרים המועברים לפונקציה הם גם משתנים של הפונקציה</a:t>
            </a:r>
          </a:p>
          <a:p>
            <a:pPr lvl="1" algn="r" rtl="1" eaLnBrk="1" hangingPunct="1">
              <a:lnSpc>
                <a:spcPct val="90000"/>
              </a:lnSpc>
            </a:pPr>
            <a:r>
              <a:rPr lang="he-IL" altLang="he-IL"/>
              <a:t>הפרמטרים המועברים לפונקציה הם </a:t>
            </a:r>
            <a:r>
              <a:rPr lang="he-IL" altLang="he-IL" b="1"/>
              <a:t>העתקים</a:t>
            </a:r>
            <a:r>
              <a:rPr lang="he-IL" altLang="he-IL"/>
              <a:t> של  המשתנים שנשלחו, ולכן העברת פרמטרים כזו נקראת </a:t>
            </a:r>
            <a:r>
              <a:rPr lang="en-US" altLang="he-IL" b="1"/>
              <a:t>by value</a:t>
            </a:r>
            <a:endParaRPr lang="he-IL" altLang="he-IL" b="1"/>
          </a:p>
          <a:p>
            <a:pPr algn="r" rtl="1" eaLnBrk="1" hangingPunct="1">
              <a:lnSpc>
                <a:spcPct val="90000"/>
              </a:lnSpc>
            </a:pPr>
            <a:r>
              <a:rPr lang="he-IL" altLang="he-IL"/>
              <a:t>פונקציה לא יכולה לגשת לשטח זיכרון של פונקציה אחרת</a:t>
            </a:r>
          </a:p>
          <a:p>
            <a:pPr algn="r" rtl="1" eaLnBrk="1" hangingPunct="1">
              <a:lnSpc>
                <a:spcPct val="90000"/>
              </a:lnSpc>
            </a:pPr>
            <a:r>
              <a:rPr lang="he-IL" altLang="he-IL"/>
              <a:t>כאשר יוצאים מפונקציה, ה-</a:t>
            </a:r>
            <a:r>
              <a:rPr lang="en-US" altLang="he-IL"/>
              <a:t>stack</a:t>
            </a:r>
            <a:r>
              <a:rPr lang="he-IL" altLang="he-IL"/>
              <a:t> עליו הוגדרו משתני הפונקציה משתחרר</a:t>
            </a:r>
            <a:endParaRPr lang="en-US" altLang="he-IL"/>
          </a:p>
        </p:txBody>
      </p:sp>
      <p:sp>
        <p:nvSpPr>
          <p:cNvPr id="27651" name="Rectangle 2">
            <a:extLst>
              <a:ext uri="{FF2B5EF4-FFF2-40B4-BE49-F238E27FC236}">
                <a16:creationId xmlns:a16="http://schemas.microsoft.com/office/drawing/2014/main" id="{8EF4D228-1F5A-43B8-978B-17AE39DE05B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12775" y="228600"/>
            <a:ext cx="8153400" cy="990600"/>
          </a:xfrm>
        </p:spPr>
        <p:txBody>
          <a:bodyPr/>
          <a:lstStyle/>
          <a:p>
            <a:pPr algn="r" eaLnBrk="1" hangingPunct="1"/>
            <a:r>
              <a:rPr lang="he-IL" altLang="he-IL"/>
              <a:t>כיצד נראה הזיכרון</a:t>
            </a:r>
            <a:endParaRPr lang="en-US" altLang="he-IL"/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956D68BA-0006-42B9-B192-898A20352D1D}"/>
              </a:ext>
            </a:extLst>
          </p:cNvPr>
          <p:cNvSpPr txBox="1">
            <a:spLocks/>
          </p:cNvSpPr>
          <p:nvPr/>
        </p:nvSpPr>
        <p:spPr>
          <a:xfrm>
            <a:off x="0" y="1271588"/>
            <a:ext cx="533400" cy="244475"/>
          </a:xfrm>
          <a:prstGeom prst="rect">
            <a:avLst/>
          </a:prstGeom>
        </p:spPr>
        <p:txBody>
          <a:bodyPr anchor="ctr">
            <a:norm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80000"/>
              </a:lnSpc>
            </a:pPr>
            <a:fld id="{E2A80F67-6D4E-4AF1-8A2B-EDF243EDB690}" type="slidenum">
              <a:rPr lang="he-IL" altLang="he-IL" sz="1200" b="1">
                <a:solidFill>
                  <a:srgbClr val="FFFFFF"/>
                </a:solidFill>
              </a:rPr>
              <a:pPr algn="ctr" eaLnBrk="1" hangingPunct="1">
                <a:lnSpc>
                  <a:spcPct val="80000"/>
                </a:lnSpc>
              </a:pPr>
              <a:t>19</a:t>
            </a:fld>
            <a:endParaRPr lang="en-US" altLang="he-IL" sz="1200" b="1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>
            <a:extLst>
              <a:ext uri="{FF2B5EF4-FFF2-40B4-BE49-F238E27FC236}">
                <a16:creationId xmlns:a16="http://schemas.microsoft.com/office/drawing/2014/main" id="{870085FE-DBD1-49BC-8057-4D46D8CE018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r" eaLnBrk="1" hangingPunct="1"/>
            <a:r>
              <a:rPr lang="he-IL" altLang="he-IL"/>
              <a:t>תוכנית שלמה עם פונקציה - הזיכרון</a:t>
            </a:r>
            <a:endParaRPr lang="en-US" altLang="he-IL"/>
          </a:p>
        </p:txBody>
      </p:sp>
      <p:sp>
        <p:nvSpPr>
          <p:cNvPr id="68611" name="Rectangle 3">
            <a:extLst>
              <a:ext uri="{FF2B5EF4-FFF2-40B4-BE49-F238E27FC236}">
                <a16:creationId xmlns:a16="http://schemas.microsoft.com/office/drawing/2014/main" id="{5718EFE0-52BC-4CA2-9940-F2800DBC5E46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152400" y="1600200"/>
            <a:ext cx="8305800" cy="4530725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he-IL" sz="1600" noProof="1"/>
              <a:t>static int Power(int </a:t>
            </a:r>
            <a:r>
              <a:rPr lang="en-US" altLang="he-IL" sz="1600" dirty="0"/>
              <a:t>a</a:t>
            </a:r>
            <a:r>
              <a:rPr lang="en-US" altLang="he-IL" sz="1600" noProof="1"/>
              <a:t>, int </a:t>
            </a:r>
            <a:r>
              <a:rPr lang="en-US" altLang="he-IL" sz="1600" dirty="0"/>
              <a:t>b</a:t>
            </a:r>
            <a:r>
              <a:rPr lang="en-US" altLang="he-IL" sz="1600" noProof="1"/>
              <a:t>)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he-IL" sz="1600" noProof="1"/>
              <a:t>{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he-IL" sz="1600" noProof="1"/>
              <a:t>	int i, result=1;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he-IL" sz="1600" noProof="1"/>
              <a:t>	for (i=0 ; i &lt; </a:t>
            </a:r>
            <a:r>
              <a:rPr lang="en-US" altLang="he-IL" sz="1600" dirty="0"/>
              <a:t>b</a:t>
            </a:r>
            <a:r>
              <a:rPr lang="en-US" altLang="he-IL" sz="1600" noProof="1"/>
              <a:t> ; i++)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he-IL" sz="1600" noProof="1"/>
              <a:t>		result *= </a:t>
            </a:r>
            <a:r>
              <a:rPr lang="en-US" altLang="he-IL" sz="1600" dirty="0"/>
              <a:t>a</a:t>
            </a:r>
            <a:r>
              <a:rPr lang="en-US" altLang="he-IL" sz="1600" noProof="1"/>
              <a:t>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he-IL" sz="1600" noProof="1"/>
              <a:t>	return result;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he-IL" sz="1600" noProof="1"/>
              <a:t>}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altLang="he-IL" sz="1600" noProof="1"/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he-IL" sz="1600" noProof="1"/>
              <a:t>static void Main(string[] args)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he-IL" sz="1600" noProof="1"/>
              <a:t>{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he-IL" sz="1600" noProof="1"/>
              <a:t>	int base1, exponent, result;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altLang="he-IL" sz="1600" noProof="1"/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he-IL" sz="1600" noProof="1"/>
              <a:t>	Console.WriteLine("Please enter base and exponent: ");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he-IL" sz="1600" noProof="1"/>
              <a:t>	</a:t>
            </a:r>
            <a:r>
              <a:rPr lang="en-US" altLang="he-IL" sz="1600" dirty="0"/>
              <a:t>base1 = </a:t>
            </a:r>
            <a:r>
              <a:rPr lang="en-US" altLang="he-IL" sz="1600" dirty="0" err="1"/>
              <a:t>int.Parse</a:t>
            </a:r>
            <a:r>
              <a:rPr lang="en-US" altLang="he-IL" sz="1600" dirty="0"/>
              <a:t>(</a:t>
            </a:r>
            <a:r>
              <a:rPr lang="en-US" altLang="he-IL" sz="1600" dirty="0" err="1"/>
              <a:t>Console.ReadLine</a:t>
            </a:r>
            <a:r>
              <a:rPr lang="en-US" altLang="he-IL" sz="1600" dirty="0"/>
              <a:t>());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he-IL" sz="1600" dirty="0"/>
              <a:t>      exponent = </a:t>
            </a:r>
            <a:r>
              <a:rPr lang="en-US" altLang="he-IL" sz="1600" dirty="0" err="1"/>
              <a:t>int.Parse</a:t>
            </a:r>
            <a:r>
              <a:rPr lang="en-US" altLang="he-IL" sz="1600" dirty="0"/>
              <a:t>(</a:t>
            </a:r>
            <a:r>
              <a:rPr lang="en-US" altLang="he-IL" sz="1600" dirty="0" err="1"/>
              <a:t>Console.ReadLine</a:t>
            </a:r>
            <a:r>
              <a:rPr lang="en-US" altLang="he-IL" sz="1600" dirty="0"/>
              <a:t>());</a:t>
            </a:r>
            <a:endParaRPr lang="en-US" altLang="he-IL" sz="1600" noProof="1"/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he-IL" sz="1600" noProof="1"/>
              <a:t>    </a:t>
            </a:r>
            <a:r>
              <a:rPr lang="en-US" altLang="he-IL" sz="1600" dirty="0"/>
              <a:t>         </a:t>
            </a:r>
            <a:r>
              <a:rPr lang="en-US" altLang="he-IL" sz="1600" noProof="1"/>
              <a:t>   = Power(base1, exponent);</a:t>
            </a:r>
          </a:p>
          <a:p>
            <a:pPr eaLnBrk="1" hangingPunct="1">
              <a:lnSpc>
                <a:spcPct val="80000"/>
              </a:lnSpc>
              <a:buNone/>
            </a:pPr>
            <a:r>
              <a:rPr lang="en-US" altLang="he-IL" sz="1600" noProof="1"/>
              <a:t>	Console.WriteLine($“{base1}^{exponent}={result}");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he-IL" sz="1600" noProof="1"/>
              <a:t>}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altLang="he-IL" sz="1600" dirty="0"/>
          </a:p>
        </p:txBody>
      </p:sp>
      <p:sp>
        <p:nvSpPr>
          <p:cNvPr id="68613" name="Rectangle 5">
            <a:extLst>
              <a:ext uri="{FF2B5EF4-FFF2-40B4-BE49-F238E27FC236}">
                <a16:creationId xmlns:a16="http://schemas.microsoft.com/office/drawing/2014/main" id="{51104F61-6BD9-4C14-A5B2-95FFD0322B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5867400"/>
            <a:ext cx="9906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algn="l" eaLnBrk="0" hangingPunct="0">
              <a:lnSpc>
                <a:spcPct val="8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  <a:defRPr/>
            </a:pPr>
            <a:r>
              <a:rPr lang="en-US" sz="1600" dirty="0">
                <a:latin typeface="+mn-lt"/>
              </a:rPr>
              <a:t>result</a:t>
            </a:r>
          </a:p>
        </p:txBody>
      </p:sp>
      <p:sp>
        <p:nvSpPr>
          <p:cNvPr id="68614" name="Rectangle 6">
            <a:extLst>
              <a:ext uri="{FF2B5EF4-FFF2-40B4-BE49-F238E27FC236}">
                <a16:creationId xmlns:a16="http://schemas.microsoft.com/office/drawing/2014/main" id="{8E8DD55B-77FA-4BAD-BB36-F43519C81C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91400" y="5638800"/>
            <a:ext cx="914400" cy="533400"/>
          </a:xfrm>
          <a:prstGeom prst="rect">
            <a:avLst/>
          </a:prstGeom>
          <a:solidFill>
            <a:srgbClr val="FF9900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he-IL"/>
              <a:t>main</a:t>
            </a:r>
          </a:p>
          <a:p>
            <a:pPr eaLnBrk="1" hangingPunct="1"/>
            <a:r>
              <a:rPr lang="en-US" altLang="he-IL"/>
              <a:t>( line 4)</a:t>
            </a:r>
          </a:p>
        </p:txBody>
      </p:sp>
      <p:sp>
        <p:nvSpPr>
          <p:cNvPr id="28679" name="Text Box 7">
            <a:extLst>
              <a:ext uri="{FF2B5EF4-FFF2-40B4-BE49-F238E27FC236}">
                <a16:creationId xmlns:a16="http://schemas.microsoft.com/office/drawing/2014/main" id="{1F7A697C-9F44-43D5-8E13-E3F92D8386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10400" y="6110288"/>
            <a:ext cx="17526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he-IL" altLang="he-IL"/>
              <a:t>מחסנית הקריאות</a:t>
            </a:r>
            <a:endParaRPr lang="en-US" altLang="he-IL"/>
          </a:p>
        </p:txBody>
      </p:sp>
      <p:sp>
        <p:nvSpPr>
          <p:cNvPr id="68616" name="Rectangle 8">
            <a:extLst>
              <a:ext uri="{FF2B5EF4-FFF2-40B4-BE49-F238E27FC236}">
                <a16:creationId xmlns:a16="http://schemas.microsoft.com/office/drawing/2014/main" id="{EB52609E-68A5-4309-829D-0495B4E832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91400" y="5105400"/>
            <a:ext cx="914400" cy="533400"/>
          </a:xfrm>
          <a:prstGeom prst="rect">
            <a:avLst/>
          </a:prstGeom>
          <a:solidFill>
            <a:srgbClr val="FF9900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he-IL" dirty="0"/>
              <a:t>Power</a:t>
            </a:r>
          </a:p>
        </p:txBody>
      </p:sp>
      <p:sp>
        <p:nvSpPr>
          <p:cNvPr id="28681" name="Text Box 47">
            <a:extLst>
              <a:ext uri="{FF2B5EF4-FFF2-40B4-BE49-F238E27FC236}">
                <a16:creationId xmlns:a16="http://schemas.microsoft.com/office/drawing/2014/main" id="{6C476060-63A3-41D8-97B5-4B6C00C26F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19800" y="2681288"/>
            <a:ext cx="19812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 eaLnBrk="1" hangingPunct="1">
              <a:spcBef>
                <a:spcPct val="50000"/>
              </a:spcBef>
            </a:pPr>
            <a:r>
              <a:rPr lang="he-IL" altLang="he-IL"/>
              <a:t>הזיכרון של ה- </a:t>
            </a:r>
            <a:r>
              <a:rPr lang="en-US" altLang="he-IL"/>
              <a:t>main</a:t>
            </a:r>
          </a:p>
        </p:txBody>
      </p:sp>
      <p:graphicFrame>
        <p:nvGraphicFramePr>
          <p:cNvPr id="68674" name="Group 66">
            <a:extLst>
              <a:ext uri="{FF2B5EF4-FFF2-40B4-BE49-F238E27FC236}">
                <a16:creationId xmlns:a16="http://schemas.microsoft.com/office/drawing/2014/main" id="{F02AE89B-FC2B-41EC-9B00-017D55B9B8DE}"/>
              </a:ext>
            </a:extLst>
          </p:cNvPr>
          <p:cNvGraphicFramePr>
            <a:graphicFrameLocks noGrp="1"/>
          </p:cNvGraphicFramePr>
          <p:nvPr/>
        </p:nvGraphicFramePr>
        <p:xfrm>
          <a:off x="5334000" y="1600200"/>
          <a:ext cx="3352800" cy="1097202"/>
        </p:xfrm>
        <a:graphic>
          <a:graphicData uri="http://schemas.openxmlformats.org/drawingml/2006/table">
            <a:tbl>
              <a:tblPr/>
              <a:tblGrid>
                <a:gridCol w="1295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39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17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654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int:base</a:t>
                      </a:r>
                    </a:p>
                  </a:txBody>
                  <a:tcPr marT="45707" marB="45707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???</a:t>
                      </a:r>
                    </a:p>
                  </a:txBody>
                  <a:tcPr marT="45707" marB="4570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1000</a:t>
                      </a:r>
                      <a:endParaRPr kumimoji="0" lang="en-US" sz="1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charset="0"/>
                      </a:endParaRPr>
                    </a:p>
                  </a:txBody>
                  <a:tcPr marT="45707" marB="45707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654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int: exponent</a:t>
                      </a:r>
                    </a:p>
                  </a:txBody>
                  <a:tcPr marT="45707" marB="45707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???</a:t>
                      </a:r>
                    </a:p>
                  </a:txBody>
                  <a:tcPr marT="45707" marB="4570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1004</a:t>
                      </a:r>
                      <a:endParaRPr kumimoji="0" lang="en-US" sz="1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charset="0"/>
                      </a:endParaRPr>
                    </a:p>
                  </a:txBody>
                  <a:tcPr marT="45707" marB="45707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654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int: result</a:t>
                      </a:r>
                    </a:p>
                  </a:txBody>
                  <a:tcPr marT="45707" marB="45707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???</a:t>
                      </a:r>
                    </a:p>
                  </a:txBody>
                  <a:tcPr marT="45707" marB="4570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1008</a:t>
                      </a:r>
                      <a:endParaRPr kumimoji="0" lang="en-US" sz="1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charset="0"/>
                      </a:endParaRPr>
                    </a:p>
                  </a:txBody>
                  <a:tcPr marT="45707" marB="45707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68691" name="Group 83">
            <a:extLst>
              <a:ext uri="{FF2B5EF4-FFF2-40B4-BE49-F238E27FC236}">
                <a16:creationId xmlns:a16="http://schemas.microsoft.com/office/drawing/2014/main" id="{1B30A8FA-55B6-49B8-A090-BB736D569530}"/>
              </a:ext>
            </a:extLst>
          </p:cNvPr>
          <p:cNvGraphicFramePr>
            <a:graphicFrameLocks noGrp="1"/>
          </p:cNvGraphicFramePr>
          <p:nvPr/>
        </p:nvGraphicFramePr>
        <p:xfrm>
          <a:off x="5334000" y="1600200"/>
          <a:ext cx="3352800" cy="1098551"/>
        </p:xfrm>
        <a:graphic>
          <a:graphicData uri="http://schemas.openxmlformats.org/drawingml/2006/table">
            <a:tbl>
              <a:tblPr/>
              <a:tblGrid>
                <a:gridCol w="1295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39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17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866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int:base</a:t>
                      </a:r>
                    </a:p>
                  </a:txBody>
                  <a:tcPr marT="45733" marB="45733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2</a:t>
                      </a:r>
                    </a:p>
                  </a:txBody>
                  <a:tcPr marT="45733" marB="4573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1000</a:t>
                      </a:r>
                      <a:endParaRPr kumimoji="0" lang="en-US" sz="1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charset="0"/>
                      </a:endParaRPr>
                    </a:p>
                  </a:txBody>
                  <a:tcPr marT="45733" marB="45733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6819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int: exponent</a:t>
                      </a:r>
                    </a:p>
                  </a:txBody>
                  <a:tcPr marT="45733" marB="45733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3</a:t>
                      </a:r>
                    </a:p>
                  </a:txBody>
                  <a:tcPr marT="45733" marB="4573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1004</a:t>
                      </a:r>
                      <a:endParaRPr kumimoji="0" lang="en-US" sz="1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charset="0"/>
                      </a:endParaRPr>
                    </a:p>
                  </a:txBody>
                  <a:tcPr marT="45733" marB="45733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866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int: result</a:t>
                      </a:r>
                    </a:p>
                  </a:txBody>
                  <a:tcPr marT="45733" marB="45733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???</a:t>
                      </a:r>
                    </a:p>
                  </a:txBody>
                  <a:tcPr marT="45733" marB="4573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1008</a:t>
                      </a:r>
                      <a:endParaRPr kumimoji="0" lang="en-US" sz="1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charset="0"/>
                      </a:endParaRPr>
                    </a:p>
                  </a:txBody>
                  <a:tcPr marT="45733" marB="45733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8767" name="Text Box 159">
            <a:extLst>
              <a:ext uri="{FF2B5EF4-FFF2-40B4-BE49-F238E27FC236}">
                <a16:creationId xmlns:a16="http://schemas.microsoft.com/office/drawing/2014/main" id="{995BDCD1-E9B8-458B-A472-90D285720B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19800" y="4662488"/>
            <a:ext cx="19812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 eaLnBrk="1" hangingPunct="1">
              <a:spcBef>
                <a:spcPct val="50000"/>
              </a:spcBef>
            </a:pPr>
            <a:r>
              <a:rPr lang="he-IL" altLang="he-IL" dirty="0"/>
              <a:t>הזיכרון של </a:t>
            </a:r>
            <a:r>
              <a:rPr lang="en-US" altLang="he-IL" dirty="0"/>
              <a:t>Power</a:t>
            </a:r>
          </a:p>
        </p:txBody>
      </p:sp>
      <p:graphicFrame>
        <p:nvGraphicFramePr>
          <p:cNvPr id="28813" name="Group 141">
            <a:extLst>
              <a:ext uri="{FF2B5EF4-FFF2-40B4-BE49-F238E27FC236}">
                <a16:creationId xmlns:a16="http://schemas.microsoft.com/office/drawing/2014/main" id="{3E17885F-C1FC-4537-BB86-96B0479907CC}"/>
              </a:ext>
            </a:extLst>
          </p:cNvPr>
          <p:cNvGraphicFramePr>
            <a:graphicFrameLocks noGrp="1"/>
          </p:cNvGraphicFramePr>
          <p:nvPr/>
        </p:nvGraphicFramePr>
        <p:xfrm>
          <a:off x="5410200" y="3200400"/>
          <a:ext cx="3352800" cy="1463676"/>
        </p:xfrm>
        <a:graphic>
          <a:graphicData uri="http://schemas.openxmlformats.org/drawingml/2006/table">
            <a:tbl>
              <a:tblPr/>
              <a:tblGrid>
                <a:gridCol w="1295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39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17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919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int</a:t>
                      </a: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: a</a:t>
                      </a:r>
                    </a:p>
                  </a:txBody>
                  <a:tcPr marT="45740" marB="45740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2</a:t>
                      </a: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+mn-ea"/>
                          <a:cs typeface="Arial" charset="0"/>
                        </a:rPr>
                        <a:t>2</a:t>
                      </a:r>
                      <a:r>
                        <a:rPr kumimoji="0" lang="he-IL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000</a:t>
                      </a:r>
                      <a:endParaRPr kumimoji="0" 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charset="0"/>
                      </a:endParaRPr>
                    </a:p>
                  </a:txBody>
                  <a:tcPr marT="45740" marB="4574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919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int: b</a:t>
                      </a:r>
                    </a:p>
                  </a:txBody>
                  <a:tcPr marT="45740" marB="45740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3</a:t>
                      </a: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2</a:t>
                      </a:r>
                      <a:r>
                        <a:rPr kumimoji="0" lang="he-IL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004</a:t>
                      </a:r>
                      <a:endParaRPr kumimoji="0" 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charset="0"/>
                      </a:endParaRPr>
                    </a:p>
                  </a:txBody>
                  <a:tcPr marT="45740" marB="4574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919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int: i</a:t>
                      </a:r>
                    </a:p>
                  </a:txBody>
                  <a:tcPr marT="45740" marB="45740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???</a:t>
                      </a: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2</a:t>
                      </a:r>
                      <a:r>
                        <a:rPr kumimoji="0" lang="he-IL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008</a:t>
                      </a:r>
                      <a:endParaRPr kumimoji="0" 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charset="0"/>
                      </a:endParaRPr>
                    </a:p>
                  </a:txBody>
                  <a:tcPr marT="45740" marB="4574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919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int: result</a:t>
                      </a:r>
                    </a:p>
                  </a:txBody>
                  <a:tcPr marT="45740" marB="45740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???</a:t>
                      </a: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2</a:t>
                      </a:r>
                      <a:r>
                        <a:rPr kumimoji="0" lang="he-IL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012</a:t>
                      </a:r>
                      <a:endParaRPr kumimoji="0" 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charset="0"/>
                      </a:endParaRPr>
                    </a:p>
                  </a:txBody>
                  <a:tcPr marT="45740" marB="4574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68804" name="Group 196">
            <a:extLst>
              <a:ext uri="{FF2B5EF4-FFF2-40B4-BE49-F238E27FC236}">
                <a16:creationId xmlns:a16="http://schemas.microsoft.com/office/drawing/2014/main" id="{72DCEDE6-169A-432D-86E0-19E9FE6DA67B}"/>
              </a:ext>
            </a:extLst>
          </p:cNvPr>
          <p:cNvGraphicFramePr>
            <a:graphicFrameLocks noGrp="1"/>
          </p:cNvGraphicFramePr>
          <p:nvPr/>
        </p:nvGraphicFramePr>
        <p:xfrm>
          <a:off x="5334000" y="1600200"/>
          <a:ext cx="3352800" cy="1098551"/>
        </p:xfrm>
        <a:graphic>
          <a:graphicData uri="http://schemas.openxmlformats.org/drawingml/2006/table">
            <a:tbl>
              <a:tblPr/>
              <a:tblGrid>
                <a:gridCol w="1295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39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17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866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int:base</a:t>
                      </a:r>
                    </a:p>
                  </a:txBody>
                  <a:tcPr marT="45733" marB="45733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2</a:t>
                      </a:r>
                    </a:p>
                  </a:txBody>
                  <a:tcPr marT="45733" marB="4573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1000</a:t>
                      </a:r>
                      <a:endParaRPr kumimoji="0" lang="en-US" sz="1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charset="0"/>
                      </a:endParaRPr>
                    </a:p>
                  </a:txBody>
                  <a:tcPr marT="45733" marB="45733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6819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int: exponent</a:t>
                      </a:r>
                    </a:p>
                  </a:txBody>
                  <a:tcPr marT="45733" marB="45733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3</a:t>
                      </a:r>
                    </a:p>
                  </a:txBody>
                  <a:tcPr marT="45733" marB="4573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1004</a:t>
                      </a:r>
                      <a:endParaRPr kumimoji="0" lang="en-US" sz="1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charset="0"/>
                      </a:endParaRPr>
                    </a:p>
                  </a:txBody>
                  <a:tcPr marT="45733" marB="45733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866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int: result</a:t>
                      </a:r>
                    </a:p>
                  </a:txBody>
                  <a:tcPr marT="45733" marB="45733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8</a:t>
                      </a:r>
                    </a:p>
                  </a:txBody>
                  <a:tcPr marT="45733" marB="4573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1008</a:t>
                      </a:r>
                      <a:endParaRPr kumimoji="0" 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charset="0"/>
                      </a:endParaRPr>
                    </a:p>
                  </a:txBody>
                  <a:tcPr marT="45733" marB="45733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28806" name="Group 134">
            <a:extLst>
              <a:ext uri="{FF2B5EF4-FFF2-40B4-BE49-F238E27FC236}">
                <a16:creationId xmlns:a16="http://schemas.microsoft.com/office/drawing/2014/main" id="{7B03436E-87E9-4164-8F71-E059BD11AFED}"/>
              </a:ext>
            </a:extLst>
          </p:cNvPr>
          <p:cNvGraphicFramePr>
            <a:graphicFrameLocks noGrp="1"/>
          </p:cNvGraphicFramePr>
          <p:nvPr/>
        </p:nvGraphicFramePr>
        <p:xfrm>
          <a:off x="5410200" y="3200400"/>
          <a:ext cx="3352800" cy="1463676"/>
        </p:xfrm>
        <a:graphic>
          <a:graphicData uri="http://schemas.openxmlformats.org/drawingml/2006/table">
            <a:tbl>
              <a:tblPr/>
              <a:tblGrid>
                <a:gridCol w="1295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39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17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919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int</a:t>
                      </a: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: a</a:t>
                      </a:r>
                    </a:p>
                  </a:txBody>
                  <a:tcPr marT="45740" marB="45740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2</a:t>
                      </a: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2</a:t>
                      </a:r>
                      <a:r>
                        <a:rPr kumimoji="0" lang="he-IL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000</a:t>
                      </a:r>
                      <a:endParaRPr kumimoji="0" 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charset="0"/>
                      </a:endParaRPr>
                    </a:p>
                  </a:txBody>
                  <a:tcPr marT="45740" marB="4574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919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int: b</a:t>
                      </a:r>
                    </a:p>
                  </a:txBody>
                  <a:tcPr marT="45740" marB="45740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3</a:t>
                      </a: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2</a:t>
                      </a:r>
                      <a:r>
                        <a:rPr kumimoji="0" lang="he-IL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004</a:t>
                      </a:r>
                      <a:endParaRPr kumimoji="0" 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charset="0"/>
                      </a:endParaRPr>
                    </a:p>
                  </a:txBody>
                  <a:tcPr marT="45740" marB="4574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919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int: i</a:t>
                      </a:r>
                    </a:p>
                  </a:txBody>
                  <a:tcPr marT="45740" marB="45740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…</a:t>
                      </a: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2</a:t>
                      </a:r>
                      <a:r>
                        <a:rPr kumimoji="0" lang="he-IL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008</a:t>
                      </a:r>
                      <a:endParaRPr kumimoji="0" 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charset="0"/>
                      </a:endParaRPr>
                    </a:p>
                  </a:txBody>
                  <a:tcPr marT="45740" marB="4574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919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int: result</a:t>
                      </a:r>
                    </a:p>
                  </a:txBody>
                  <a:tcPr marT="45740" marB="45740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1</a:t>
                      </a: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2</a:t>
                      </a:r>
                      <a:r>
                        <a:rPr kumimoji="0" lang="he-IL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012</a:t>
                      </a:r>
                      <a:endParaRPr kumimoji="0" 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charset="0"/>
                      </a:endParaRPr>
                    </a:p>
                  </a:txBody>
                  <a:tcPr marT="45740" marB="4574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28815" name="Group 143">
            <a:extLst>
              <a:ext uri="{FF2B5EF4-FFF2-40B4-BE49-F238E27FC236}">
                <a16:creationId xmlns:a16="http://schemas.microsoft.com/office/drawing/2014/main" id="{59CFDC56-85FD-4964-8B99-6B0613FDCB09}"/>
              </a:ext>
            </a:extLst>
          </p:cNvPr>
          <p:cNvGraphicFramePr>
            <a:graphicFrameLocks noGrp="1"/>
          </p:cNvGraphicFramePr>
          <p:nvPr/>
        </p:nvGraphicFramePr>
        <p:xfrm>
          <a:off x="5410200" y="3200400"/>
          <a:ext cx="3352800" cy="1463676"/>
        </p:xfrm>
        <a:graphic>
          <a:graphicData uri="http://schemas.openxmlformats.org/drawingml/2006/table">
            <a:tbl>
              <a:tblPr/>
              <a:tblGrid>
                <a:gridCol w="1295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39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17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919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int</a:t>
                      </a: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: a</a:t>
                      </a:r>
                    </a:p>
                  </a:txBody>
                  <a:tcPr marT="45740" marB="45740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2</a:t>
                      </a: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2</a:t>
                      </a:r>
                      <a:r>
                        <a:rPr kumimoji="0" lang="he-IL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000</a:t>
                      </a:r>
                      <a:endParaRPr kumimoji="0" 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charset="0"/>
                      </a:endParaRPr>
                    </a:p>
                  </a:txBody>
                  <a:tcPr marT="45740" marB="4574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919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int: b</a:t>
                      </a:r>
                    </a:p>
                  </a:txBody>
                  <a:tcPr marT="45740" marB="45740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3</a:t>
                      </a: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2</a:t>
                      </a:r>
                      <a:r>
                        <a:rPr kumimoji="0" lang="he-IL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004</a:t>
                      </a:r>
                      <a:endParaRPr kumimoji="0" 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charset="0"/>
                      </a:endParaRPr>
                    </a:p>
                  </a:txBody>
                  <a:tcPr marT="45740" marB="4574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919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int: i</a:t>
                      </a:r>
                    </a:p>
                  </a:txBody>
                  <a:tcPr marT="45740" marB="45740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…</a:t>
                      </a: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2</a:t>
                      </a:r>
                      <a:r>
                        <a:rPr kumimoji="0" lang="he-IL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008</a:t>
                      </a:r>
                      <a:endParaRPr kumimoji="0" 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charset="0"/>
                      </a:endParaRPr>
                    </a:p>
                  </a:txBody>
                  <a:tcPr marT="45740" marB="4574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919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int: result</a:t>
                      </a:r>
                    </a:p>
                  </a:txBody>
                  <a:tcPr marT="45740" marB="45740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8</a:t>
                      </a: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2</a:t>
                      </a:r>
                      <a:r>
                        <a:rPr kumimoji="0" lang="he-IL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012</a:t>
                      </a:r>
                      <a:endParaRPr kumimoji="0" 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charset="0"/>
                      </a:endParaRPr>
                    </a:p>
                  </a:txBody>
                  <a:tcPr marT="45740" marB="4574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8814" name="Rectangle 142">
            <a:extLst>
              <a:ext uri="{FF2B5EF4-FFF2-40B4-BE49-F238E27FC236}">
                <a16:creationId xmlns:a16="http://schemas.microsoft.com/office/drawing/2014/main" id="{883E9910-284C-4D61-8664-7F6C87AFB7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00" y="2819400"/>
            <a:ext cx="3200400" cy="9144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1" eaLnBrk="1" hangingPunct="1"/>
            <a:r>
              <a:rPr lang="he-IL" altLang="he-IL" b="1">
                <a:solidFill>
                  <a:schemeClr val="bg1"/>
                </a:solidFill>
              </a:rPr>
              <a:t>המשתנה </a:t>
            </a:r>
            <a:r>
              <a:rPr lang="en-US" altLang="he-IL" b="1">
                <a:solidFill>
                  <a:schemeClr val="bg1"/>
                </a:solidFill>
              </a:rPr>
              <a:t>result</a:t>
            </a:r>
            <a:r>
              <a:rPr lang="he-IL" altLang="he-IL" b="1">
                <a:solidFill>
                  <a:schemeClr val="bg1"/>
                </a:solidFill>
              </a:rPr>
              <a:t> שב-</a:t>
            </a:r>
            <a:r>
              <a:rPr lang="en-US" altLang="he-IL" b="1">
                <a:solidFill>
                  <a:schemeClr val="bg1"/>
                </a:solidFill>
              </a:rPr>
              <a:t>main  </a:t>
            </a:r>
            <a:r>
              <a:rPr lang="he-IL" altLang="he-IL" b="1">
                <a:solidFill>
                  <a:schemeClr val="bg1"/>
                </a:solidFill>
              </a:rPr>
              <a:t> וזה</a:t>
            </a:r>
          </a:p>
          <a:p>
            <a:pPr algn="ctr" rtl="1" eaLnBrk="1" hangingPunct="1"/>
            <a:r>
              <a:rPr lang="he-IL" altLang="he-IL" b="1">
                <a:solidFill>
                  <a:schemeClr val="bg1"/>
                </a:solidFill>
              </a:rPr>
              <a:t>שבפונקציה אינם אותו משתנה, </a:t>
            </a:r>
          </a:p>
          <a:p>
            <a:pPr algn="ctr" rtl="1" eaLnBrk="1" hangingPunct="1"/>
            <a:r>
              <a:rPr lang="he-IL" altLang="he-IL" b="1">
                <a:solidFill>
                  <a:schemeClr val="bg1"/>
                </a:solidFill>
              </a:rPr>
              <a:t>ואין הכרח שהם יהיו עם שם זהה!</a:t>
            </a:r>
            <a:endParaRPr lang="en-US" altLang="he-IL" b="1">
              <a:solidFill>
                <a:schemeClr val="bg1"/>
              </a:solidFill>
            </a:endParaRPr>
          </a:p>
        </p:txBody>
      </p:sp>
      <p:sp>
        <p:nvSpPr>
          <p:cNvPr id="18" name="Slide Number Placeholder 3">
            <a:extLst>
              <a:ext uri="{FF2B5EF4-FFF2-40B4-BE49-F238E27FC236}">
                <a16:creationId xmlns:a16="http://schemas.microsoft.com/office/drawing/2014/main" id="{779E264B-4248-4B05-891C-BFD5D3F8C412}"/>
              </a:ext>
            </a:extLst>
          </p:cNvPr>
          <p:cNvSpPr txBox="1">
            <a:spLocks/>
          </p:cNvSpPr>
          <p:nvPr/>
        </p:nvSpPr>
        <p:spPr>
          <a:xfrm>
            <a:off x="0" y="1271588"/>
            <a:ext cx="533400" cy="244475"/>
          </a:xfrm>
          <a:prstGeom prst="rect">
            <a:avLst/>
          </a:prstGeom>
          <a:ln/>
        </p:spPr>
        <p:txBody>
          <a:bodyPr anchor="ctr">
            <a:norm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80000"/>
              </a:lnSpc>
            </a:pPr>
            <a:fld id="{C4A58AAE-9301-475F-8C13-2882F97A00FA}" type="slidenum">
              <a:rPr lang="he-IL" altLang="he-IL" sz="1200" b="1">
                <a:solidFill>
                  <a:srgbClr val="FFFFFF"/>
                </a:solidFill>
              </a:rPr>
              <a:pPr algn="ctr" eaLnBrk="1" hangingPunct="1">
                <a:lnSpc>
                  <a:spcPct val="80000"/>
                </a:lnSpc>
              </a:pPr>
              <a:t>20</a:t>
            </a:fld>
            <a:endParaRPr lang="en-US" altLang="he-IL" sz="1200" b="1">
              <a:solidFill>
                <a:srgbClr val="FFFFFF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86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" dur="500"/>
                                        <p:tgtEl>
                                          <p:spTgt spid="6861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" dur="500"/>
                                        <p:tgtEl>
                                          <p:spTgt spid="686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5" presetClass="emph" presetSubtype="1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set>
                                      <p:cBhvr override="childStyle">
                                        <p:cTn id="15" dur="indefinite"/>
                                        <p:tgtEl>
                                          <p:spTgt spid="686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style.fontStyle</p:attrName>
                                        </p:attrNameLst>
                                      </p:cBhvr>
                                      <p:to>
                                        <p:strVal val="normal"/>
                                      </p:to>
                                    </p:set>
                                    <p:set>
                                      <p:cBhvr override="childStyle">
                                        <p:cTn id="16" dur="indefinite"/>
                                        <p:tgtEl>
                                          <p:spTgt spid="686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  <p:set>
                                      <p:cBhvr override="childStyle">
                                        <p:cTn id="17" dur="indefinite"/>
                                        <p:tgtEl>
                                          <p:spTgt spid="686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fals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0" dur="500"/>
                                        <p:tgtEl>
                                          <p:spTgt spid="286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3" dur="500"/>
                                        <p:tgtEl>
                                          <p:spTgt spid="686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5" presetClass="emph" presetSubtype="1" nodeType="click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set>
                                      <p:cBhvr override="childStyle">
                                        <p:cTn id="27" dur="indefinite"/>
                                        <p:tgtEl>
                                          <p:spTgt spid="6861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style.fontStyle</p:attrName>
                                        </p:attrNameLst>
                                      </p:cBhvr>
                                      <p:to>
                                        <p:strVal val="normal"/>
                                      </p:to>
                                    </p:set>
                                    <p:set>
                                      <p:cBhvr override="childStyle">
                                        <p:cTn id="28" dur="indefinite"/>
                                        <p:tgtEl>
                                          <p:spTgt spid="6861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  <p:set>
                                      <p:cBhvr override="childStyle">
                                        <p:cTn id="29" dur="indefinite"/>
                                        <p:tgtEl>
                                          <p:spTgt spid="6861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fals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686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686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5" presetClass="emph" presetSubtype="1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set>
                                      <p:cBhvr override="childStyle">
                                        <p:cTn id="37" dur="indefinite"/>
                                        <p:tgtEl>
                                          <p:spTgt spid="68611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style.fontStyle</p:attrName>
                                        </p:attrNameLst>
                                      </p:cBhvr>
                                      <p:to>
                                        <p:strVal val="normal"/>
                                      </p:to>
                                    </p:set>
                                    <p:set>
                                      <p:cBhvr override="childStyle">
                                        <p:cTn id="38" dur="indefinite"/>
                                        <p:tgtEl>
                                          <p:spTgt spid="68611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  <p:set>
                                      <p:cBhvr override="childStyle">
                                        <p:cTn id="39" dur="indefinite"/>
                                        <p:tgtEl>
                                          <p:spTgt spid="68611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fals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5" presetClass="emph" presetSubtype="1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set>
                                      <p:cBhvr override="childStyle">
                                        <p:cTn id="41" dur="indefinite"/>
                                        <p:tgtEl>
                                          <p:spTgt spid="68611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style.fontStyle</p:attrName>
                                        </p:attrNameLst>
                                      </p:cBhvr>
                                      <p:to>
                                        <p:strVal val="normal"/>
                                      </p:to>
                                    </p:set>
                                    <p:set>
                                      <p:cBhvr override="childStyle">
                                        <p:cTn id="42" dur="indefinite"/>
                                        <p:tgtEl>
                                          <p:spTgt spid="68611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  <p:set>
                                      <p:cBhvr override="childStyle">
                                        <p:cTn id="43" dur="indefinite"/>
                                        <p:tgtEl>
                                          <p:spTgt spid="68611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fals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5" presetClass="emph" presetSubtype="1" nodeType="click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set>
                                      <p:cBhvr override="childStyle">
                                        <p:cTn id="47" dur="indefinite"/>
                                        <p:tgtEl>
                                          <p:spTgt spid="68611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style.fontStyle</p:attrName>
                                        </p:attrNameLst>
                                      </p:cBhvr>
                                      <p:to>
                                        <p:strVal val="normal"/>
                                      </p:to>
                                    </p:set>
                                    <p:set>
                                      <p:cBhvr override="childStyle">
                                        <p:cTn id="48" dur="indefinite"/>
                                        <p:tgtEl>
                                          <p:spTgt spid="68611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  <p:set>
                                      <p:cBhvr override="childStyle">
                                        <p:cTn id="49" dur="indefinite"/>
                                        <p:tgtEl>
                                          <p:spTgt spid="68611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fals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4" dur="500"/>
                                        <p:tgtEl>
                                          <p:spTgt spid="686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7" dur="500"/>
                                        <p:tgtEl>
                                          <p:spTgt spid="686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5" presetClass="emph" presetSubtype="1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set>
                                      <p:cBhvr override="childStyle">
                                        <p:cTn id="59" dur="indefinite"/>
                                        <p:tgtEl>
                                          <p:spTgt spid="686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style.fontStyle</p:attrName>
                                        </p:attrNameLst>
                                      </p:cBhvr>
                                      <p:to>
                                        <p:strVal val="normal"/>
                                      </p:to>
                                    </p:set>
                                    <p:set>
                                      <p:cBhvr override="childStyle">
                                        <p:cTn id="60" dur="indefinite"/>
                                        <p:tgtEl>
                                          <p:spTgt spid="686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  <p:set>
                                      <p:cBhvr override="childStyle">
                                        <p:cTn id="61" dur="indefinite"/>
                                        <p:tgtEl>
                                          <p:spTgt spid="686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fals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4" dur="500"/>
                                        <p:tgtEl>
                                          <p:spTgt spid="288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7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7" dur="500"/>
                                        <p:tgtEl>
                                          <p:spTgt spid="687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5" presetClass="emph" presetSubtype="1" nodeType="click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set>
                                      <p:cBhvr override="childStyle">
                                        <p:cTn id="71" dur="indefinite"/>
                                        <p:tgtEl>
                                          <p:spTgt spid="686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style.fontStyle</p:attrName>
                                        </p:attrNameLst>
                                      </p:cBhvr>
                                      <p:to>
                                        <p:strVal val="normal"/>
                                      </p:to>
                                    </p:set>
                                    <p:set>
                                      <p:cBhvr override="childStyle">
                                        <p:cTn id="72" dur="indefinite"/>
                                        <p:tgtEl>
                                          <p:spTgt spid="686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  <p:set>
                                      <p:cBhvr override="childStyle">
                                        <p:cTn id="73" dur="indefinite"/>
                                        <p:tgtEl>
                                          <p:spTgt spid="686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fals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6" dur="500"/>
                                        <p:tgtEl>
                                          <p:spTgt spid="288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 nodeType="clickPar">
                      <p:stCondLst>
                        <p:cond delay="indefinite"/>
                      </p:stCondLst>
                      <p:childTnLst>
                        <p:par>
                          <p:cTn id="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9" presetID="5" presetClass="emph" presetSubtype="1" nodeType="click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set>
                                      <p:cBhvr override="childStyle">
                                        <p:cTn id="80" dur="indefinite"/>
                                        <p:tgtEl>
                                          <p:spTgt spid="686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style.fontStyle</p:attrName>
                                        </p:attrNameLst>
                                      </p:cBhvr>
                                      <p:to>
                                        <p:strVal val="normal"/>
                                      </p:to>
                                    </p:set>
                                    <p:set>
                                      <p:cBhvr override="childStyle">
                                        <p:cTn id="81" dur="indefinite"/>
                                        <p:tgtEl>
                                          <p:spTgt spid="686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  <p:set>
                                      <p:cBhvr override="childStyle">
                                        <p:cTn id="82" dur="indefinite"/>
                                        <p:tgtEl>
                                          <p:spTgt spid="686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fals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5" presetClass="emph" presetSubtype="1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set>
                                      <p:cBhvr override="childStyle">
                                        <p:cTn id="84" dur="indefinite"/>
                                        <p:tgtEl>
                                          <p:spTgt spid="686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style.fontStyle</p:attrName>
                                        </p:attrNameLst>
                                      </p:cBhvr>
                                      <p:to>
                                        <p:strVal val="normal"/>
                                      </p:to>
                                    </p:set>
                                    <p:set>
                                      <p:cBhvr override="childStyle">
                                        <p:cTn id="85" dur="indefinite"/>
                                        <p:tgtEl>
                                          <p:spTgt spid="686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  <p:set>
                                      <p:cBhvr override="childStyle">
                                        <p:cTn id="86" dur="indefinite"/>
                                        <p:tgtEl>
                                          <p:spTgt spid="686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fals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89" dur="500"/>
                                        <p:tgtEl>
                                          <p:spTgt spid="288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 nodeType="clickPar">
                      <p:stCondLst>
                        <p:cond delay="indefinite"/>
                      </p:stCondLst>
                      <p:childTnLst>
                        <p:par>
                          <p:cTn id="9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2" presetID="5" presetClass="emph" presetSubtype="1" nodeType="click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set>
                                      <p:cBhvr override="childStyle">
                                        <p:cTn id="93" dur="indefinite"/>
                                        <p:tgtEl>
                                          <p:spTgt spid="686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style.fontStyle</p:attrName>
                                        </p:attrNameLst>
                                      </p:cBhvr>
                                      <p:to>
                                        <p:strVal val="normal"/>
                                      </p:to>
                                    </p:set>
                                    <p:set>
                                      <p:cBhvr override="childStyle">
                                        <p:cTn id="94" dur="indefinite"/>
                                        <p:tgtEl>
                                          <p:spTgt spid="686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  <p:set>
                                      <p:cBhvr override="childStyle">
                                        <p:cTn id="95" dur="indefinite"/>
                                        <p:tgtEl>
                                          <p:spTgt spid="686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fals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 nodeType="clickPar">
                      <p:stCondLst>
                        <p:cond delay="indefinite"/>
                      </p:stCondLst>
                      <p:childTnLst>
                        <p:par>
                          <p:cTn id="9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688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688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2" presetID="4" presetClass="exit" presetSubtype="16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103" dur="500"/>
                                        <p:tgtEl>
                                          <p:spTgt spid="686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86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4" presetClass="exit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106" dur="500"/>
                                        <p:tgtEl>
                                          <p:spTgt spid="686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86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8" presetID="4" presetClass="exit" presetSubtype="16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109" dur="500"/>
                                        <p:tgtEl>
                                          <p:spTgt spid="6876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87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4" presetClass="exit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112" dur="500"/>
                                        <p:tgtEl>
                                          <p:spTgt spid="2880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8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4" presetID="4" presetClass="exit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115" dur="500"/>
                                        <p:tgtEl>
                                          <p:spTgt spid="288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8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4" presetClass="exit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118" dur="500"/>
                                        <p:tgtEl>
                                          <p:spTgt spid="288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8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0" presetID="5" presetClass="emph" presetSubtype="1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set>
                                      <p:cBhvr override="childStyle">
                                        <p:cTn id="121" dur="indefinite"/>
                                        <p:tgtEl>
                                          <p:spTgt spid="686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style.fontStyle</p:attrName>
                                        </p:attrNameLst>
                                      </p:cBhvr>
                                      <p:to>
                                        <p:strVal val="normal"/>
                                      </p:to>
                                    </p:set>
                                    <p:set>
                                      <p:cBhvr override="childStyle">
                                        <p:cTn id="122" dur="indefinite"/>
                                        <p:tgtEl>
                                          <p:spTgt spid="686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  <p:set>
                                      <p:cBhvr override="childStyle">
                                        <p:cTn id="123" dur="indefinite"/>
                                        <p:tgtEl>
                                          <p:spTgt spid="686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fals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 nodeType="clickPar">
                      <p:stCondLst>
                        <p:cond delay="indefinite"/>
                      </p:stCondLst>
                      <p:childTnLst>
                        <p:par>
                          <p:cTn id="1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6" presetID="5" presetClass="emph" presetSubtype="1" nodeType="click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set>
                                      <p:cBhvr override="childStyle">
                                        <p:cTn id="127" dur="indefinite"/>
                                        <p:tgtEl>
                                          <p:spTgt spid="68611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style.fontStyle</p:attrName>
                                        </p:attrNameLst>
                                      </p:cBhvr>
                                      <p:to>
                                        <p:strVal val="normal"/>
                                      </p:to>
                                    </p:set>
                                    <p:set>
                                      <p:cBhvr override="childStyle">
                                        <p:cTn id="128" dur="indefinite"/>
                                        <p:tgtEl>
                                          <p:spTgt spid="68611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  <p:set>
                                      <p:cBhvr override="childStyle">
                                        <p:cTn id="129" dur="indefinite"/>
                                        <p:tgtEl>
                                          <p:spTgt spid="68611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fals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 nodeType="clickPar">
                      <p:stCondLst>
                        <p:cond delay="indefinite"/>
                      </p:stCondLst>
                      <p:childTnLst>
                        <p:par>
                          <p:cTn id="1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2" presetID="4" presetClass="exit" presetSubtype="16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133" dur="500"/>
                                        <p:tgtEl>
                                          <p:spTgt spid="686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86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5" presetID="4" presetClass="exit" presetSubtype="16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136" dur="500"/>
                                        <p:tgtEl>
                                          <p:spTgt spid="686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86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8" presetID="4" presetClass="exit" presetSubtype="16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139" dur="500"/>
                                        <p:tgtEl>
                                          <p:spTgt spid="6861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861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" presetID="4" presetClass="exit" presetSubtype="16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142" dur="500"/>
                                        <p:tgtEl>
                                          <p:spTgt spid="2867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6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4" presetID="4" presetClass="exit" presetSubtype="16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145" dur="500"/>
                                        <p:tgtEl>
                                          <p:spTgt spid="2868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6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7" presetID="4" presetClass="exit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148" dur="500"/>
                                        <p:tgtEl>
                                          <p:spTgt spid="6867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86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0" presetID="4" presetClass="exit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151" dur="500"/>
                                        <p:tgtEl>
                                          <p:spTgt spid="6869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86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3" presetID="4" presetClass="exit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154" dur="500"/>
                                        <p:tgtEl>
                                          <p:spTgt spid="6880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8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6" fill="hold" nodeType="clickPar">
                      <p:stCondLst>
                        <p:cond delay="indefinite"/>
                      </p:stCondLst>
                      <p:childTnLst>
                        <p:par>
                          <p:cTn id="1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0" dur="500" fill="hold"/>
                                        <p:tgtEl>
                                          <p:spTgt spid="288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1" dur="500" fill="hold"/>
                                        <p:tgtEl>
                                          <p:spTgt spid="288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8614" grpId="0" build="allAtOnce" animBg="1"/>
      <p:bldP spid="68614" grpId="1" build="allAtOnce" animBg="1"/>
      <p:bldP spid="28679" grpId="0"/>
      <p:bldP spid="28679" grpId="1"/>
      <p:bldP spid="68616" grpId="0" animBg="1"/>
      <p:bldP spid="68616" grpId="1" animBg="1"/>
      <p:bldP spid="28681" grpId="0"/>
      <p:bldP spid="28681" grpId="1"/>
      <p:bldP spid="68767" grpId="0"/>
      <p:bldP spid="68767" grpId="1"/>
      <p:bldP spid="28814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itle 1">
            <a:extLst>
              <a:ext uri="{FF2B5EF4-FFF2-40B4-BE49-F238E27FC236}">
                <a16:creationId xmlns:a16="http://schemas.microsoft.com/office/drawing/2014/main" id="{AE712ABC-DC63-4216-92B5-D40E13B16F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775" y="228600"/>
            <a:ext cx="8153400" cy="990600"/>
          </a:xfrm>
        </p:spPr>
        <p:txBody>
          <a:bodyPr/>
          <a:lstStyle/>
          <a:p>
            <a:pPr algn="r" rtl="1" eaLnBrk="1" hangingPunct="1"/>
            <a:r>
              <a:rPr lang="he-IL" altLang="he-IL"/>
              <a:t>תכנון </a:t>
            </a:r>
            <a:r>
              <a:rPr lang="en-US" altLang="he-IL"/>
              <a:t>TOP-DOWN</a:t>
            </a:r>
          </a:p>
        </p:txBody>
      </p:sp>
      <p:sp>
        <p:nvSpPr>
          <p:cNvPr id="29699" name="Content Placeholder 2">
            <a:extLst>
              <a:ext uri="{FF2B5EF4-FFF2-40B4-BE49-F238E27FC236}">
                <a16:creationId xmlns:a16="http://schemas.microsoft.com/office/drawing/2014/main" id="{6CF1C001-7EAF-4980-888E-23998DA4EE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775" y="1600200"/>
            <a:ext cx="8153400" cy="4495800"/>
          </a:xfrm>
        </p:spPr>
        <p:txBody>
          <a:bodyPr/>
          <a:lstStyle/>
          <a:p>
            <a:pPr algn="r" rtl="1" eaLnBrk="1" hangingPunct="1"/>
            <a:r>
              <a:rPr lang="he-IL" altLang="he-IL"/>
              <a:t>כאשר אנחנו באים לכתוב תוכנית, נחשוב מה הבעיה הגדולה שעלינו לפתור ונחלק אותה לחלקים</a:t>
            </a:r>
          </a:p>
          <a:p>
            <a:pPr algn="r" rtl="1" eaLnBrk="1" hangingPunct="1"/>
            <a:r>
              <a:rPr lang="he-IL" altLang="he-IL"/>
              <a:t>כל חלק "קשה" נשתמש בו כ"קופסא שחורה" שאח"כ נממש אותה</a:t>
            </a:r>
          </a:p>
          <a:p>
            <a:pPr algn="r" rtl="1" eaLnBrk="1" hangingPunct="1"/>
            <a:r>
              <a:rPr lang="he-IL" altLang="he-IL"/>
              <a:t>כאשר נבוא לממש כל חלק "קשה" כבר יש לנו בעיה יותר קטנה שננסה גם אותה לפרק לבעיות יותר קטנות, עד אשר נגדיר בעיות מספיק קטנות</a:t>
            </a: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AB871999-60FA-4E3F-844A-1BB8D5988F31}"/>
              </a:ext>
            </a:extLst>
          </p:cNvPr>
          <p:cNvSpPr txBox="1">
            <a:spLocks/>
          </p:cNvSpPr>
          <p:nvPr/>
        </p:nvSpPr>
        <p:spPr>
          <a:xfrm>
            <a:off x="0" y="1271588"/>
            <a:ext cx="533400" cy="244475"/>
          </a:xfrm>
          <a:prstGeom prst="rect">
            <a:avLst/>
          </a:prstGeom>
        </p:spPr>
        <p:txBody>
          <a:bodyPr anchor="ctr">
            <a:norm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80000"/>
              </a:lnSpc>
            </a:pPr>
            <a:fld id="{3AF270C6-26E7-492B-B91C-1367288BB9A5}" type="slidenum">
              <a:rPr lang="he-IL" altLang="he-IL" sz="1200" b="1">
                <a:solidFill>
                  <a:srgbClr val="FFFFFF"/>
                </a:solidFill>
              </a:rPr>
              <a:pPr algn="ctr" eaLnBrk="1" hangingPunct="1">
                <a:lnSpc>
                  <a:spcPct val="80000"/>
                </a:lnSpc>
              </a:pPr>
              <a:t>21</a:t>
            </a:fld>
            <a:endParaRPr lang="en-US" altLang="he-IL" sz="1200" b="1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C4187FD7-7E85-4B9F-8818-8C801BC2EF88}"/>
              </a:ext>
            </a:extLst>
          </p:cNvPr>
          <p:cNvSpPr txBox="1">
            <a:spLocks/>
          </p:cNvSpPr>
          <p:nvPr/>
        </p:nvSpPr>
        <p:spPr bwMode="auto">
          <a:xfrm>
            <a:off x="5105400" y="1524000"/>
            <a:ext cx="4648200" cy="4530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algn="l" eaLnBrk="0" hangingPunct="0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  <a:defRPr/>
            </a:pPr>
            <a:r>
              <a:rPr lang="en-US" sz="1600" kern="0" dirty="0">
                <a:latin typeface="+mn-lt"/>
                <a:cs typeface="+mn-cs"/>
              </a:rPr>
              <a:t>static void </a:t>
            </a:r>
            <a:r>
              <a:rPr lang="en-US" sz="1600" kern="0" dirty="0" err="1">
                <a:latin typeface="+mn-lt"/>
                <a:cs typeface="+mn-cs"/>
              </a:rPr>
              <a:t>PrintLine</a:t>
            </a:r>
            <a:r>
              <a:rPr lang="en-US" sz="1600" kern="0" dirty="0">
                <a:latin typeface="+mn-lt"/>
                <a:cs typeface="+mn-cs"/>
              </a:rPr>
              <a:t>(int length, char </a:t>
            </a:r>
            <a:r>
              <a:rPr lang="en-US" sz="1600" kern="0" dirty="0" err="1">
                <a:latin typeface="+mn-lt"/>
                <a:cs typeface="+mn-cs"/>
              </a:rPr>
              <a:t>ch</a:t>
            </a:r>
            <a:r>
              <a:rPr lang="en-US" sz="1600" kern="0" dirty="0">
                <a:latin typeface="+mn-lt"/>
                <a:cs typeface="+mn-cs"/>
              </a:rPr>
              <a:t>)</a:t>
            </a:r>
          </a:p>
          <a:p>
            <a:pPr marL="342900" indent="-342900" algn="l" eaLnBrk="0" hangingPunct="0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  <a:defRPr/>
            </a:pPr>
            <a:r>
              <a:rPr lang="en-US" sz="1600" kern="0" dirty="0">
                <a:latin typeface="+mn-lt"/>
                <a:cs typeface="+mn-cs"/>
              </a:rPr>
              <a:t>{</a:t>
            </a:r>
          </a:p>
          <a:p>
            <a:pPr marL="342900" indent="-342900" algn="l" eaLnBrk="0" hangingPunct="0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  <a:defRPr/>
            </a:pPr>
            <a:r>
              <a:rPr lang="en-US" sz="1600" kern="0" dirty="0">
                <a:latin typeface="+mn-lt"/>
                <a:cs typeface="+mn-cs"/>
              </a:rPr>
              <a:t>	for (              ;                 ;       )</a:t>
            </a:r>
          </a:p>
          <a:p>
            <a:pPr marL="342900" indent="-342900" algn="l" eaLnBrk="0" hangingPunct="0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  <a:defRPr/>
            </a:pPr>
            <a:r>
              <a:rPr lang="en-US" sz="1600" kern="0" dirty="0">
                <a:latin typeface="+mn-lt"/>
                <a:cs typeface="+mn-cs"/>
              </a:rPr>
              <a:t>		</a:t>
            </a:r>
            <a:r>
              <a:rPr lang="en-US" sz="1600" dirty="0" err="1"/>
              <a:t>Console.Write</a:t>
            </a:r>
            <a:r>
              <a:rPr lang="en-US" sz="1600" dirty="0"/>
              <a:t>(</a:t>
            </a:r>
            <a:r>
              <a:rPr lang="en-US" sz="1600" dirty="0" err="1"/>
              <a:t>ch</a:t>
            </a:r>
            <a:r>
              <a:rPr lang="en-US" sz="1600" dirty="0"/>
              <a:t>)</a:t>
            </a:r>
            <a:r>
              <a:rPr lang="en-US" sz="1600" kern="0" dirty="0">
                <a:latin typeface="+mn-lt"/>
                <a:cs typeface="+mn-cs"/>
              </a:rPr>
              <a:t>;</a:t>
            </a:r>
          </a:p>
          <a:p>
            <a:pPr marL="342900" indent="-342900" algn="l" eaLnBrk="0" hangingPunct="0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  <a:defRPr/>
            </a:pPr>
            <a:r>
              <a:rPr lang="en-US" sz="1600" kern="0" dirty="0">
                <a:latin typeface="+mn-lt"/>
                <a:cs typeface="+mn-cs"/>
              </a:rPr>
              <a:t>	</a:t>
            </a:r>
            <a:r>
              <a:rPr lang="en-US" sz="1600" dirty="0" err="1"/>
              <a:t>Console.WriteLine</a:t>
            </a:r>
            <a:r>
              <a:rPr lang="en-US" sz="1600" dirty="0"/>
              <a:t>()</a:t>
            </a:r>
            <a:r>
              <a:rPr lang="en-US" sz="1600" kern="0" dirty="0">
                <a:latin typeface="+mn-lt"/>
                <a:cs typeface="+mn-cs"/>
              </a:rPr>
              <a:t>;</a:t>
            </a:r>
          </a:p>
          <a:p>
            <a:pPr marL="342900" indent="-342900" algn="l" eaLnBrk="0" hangingPunct="0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  <a:defRPr/>
            </a:pPr>
            <a:r>
              <a:rPr lang="en-US" sz="1600" kern="0" dirty="0">
                <a:latin typeface="+mn-lt"/>
                <a:cs typeface="+mn-cs"/>
              </a:rPr>
              <a:t>}</a:t>
            </a:r>
          </a:p>
          <a:p>
            <a:pPr marL="342900" indent="-342900" algn="l" eaLnBrk="0" hangingPunct="0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  <a:defRPr/>
            </a:pPr>
            <a:endParaRPr lang="en-US" sz="1600" kern="0" dirty="0">
              <a:latin typeface="+mn-lt"/>
              <a:cs typeface="+mn-cs"/>
            </a:endParaRPr>
          </a:p>
          <a:p>
            <a:pPr marL="342900" indent="-342900" algn="l" eaLnBrk="0" hangingPunct="0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  <a:defRPr/>
            </a:pPr>
            <a:r>
              <a:rPr lang="en-US" sz="1600" kern="0" dirty="0">
                <a:latin typeface="+mn-lt"/>
                <a:cs typeface="+mn-cs"/>
              </a:rPr>
              <a:t>static void </a:t>
            </a:r>
            <a:r>
              <a:rPr lang="en-US" sz="1600" kern="0" dirty="0" err="1">
                <a:latin typeface="+mn-lt"/>
                <a:cs typeface="+mn-cs"/>
              </a:rPr>
              <a:t>PrintTriangle</a:t>
            </a:r>
            <a:r>
              <a:rPr lang="en-US" sz="1600" kern="0" dirty="0">
                <a:latin typeface="+mn-lt"/>
                <a:cs typeface="+mn-cs"/>
              </a:rPr>
              <a:t>(int base, char </a:t>
            </a:r>
            <a:r>
              <a:rPr lang="en-US" sz="1600" kern="0" dirty="0" err="1">
                <a:latin typeface="+mn-lt"/>
                <a:cs typeface="+mn-cs"/>
              </a:rPr>
              <a:t>ch</a:t>
            </a:r>
            <a:r>
              <a:rPr lang="en-US" sz="1600" kern="0" dirty="0">
                <a:latin typeface="+mn-lt"/>
                <a:cs typeface="+mn-cs"/>
              </a:rPr>
              <a:t>)</a:t>
            </a:r>
          </a:p>
          <a:p>
            <a:pPr marL="342900" indent="-342900" algn="l" eaLnBrk="0" hangingPunct="0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  <a:defRPr/>
            </a:pPr>
            <a:r>
              <a:rPr lang="en-US" sz="1600" kern="0" dirty="0">
                <a:latin typeface="+mn-lt"/>
                <a:cs typeface="+mn-cs"/>
              </a:rPr>
              <a:t>{</a:t>
            </a:r>
          </a:p>
          <a:p>
            <a:pPr marL="342900" indent="-342900" algn="l" eaLnBrk="0" hangingPunct="0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  <a:defRPr/>
            </a:pPr>
            <a:r>
              <a:rPr lang="en-US" sz="1600" kern="0" dirty="0">
                <a:latin typeface="+mn-lt"/>
                <a:cs typeface="+mn-cs"/>
              </a:rPr>
              <a:t>	for(              ;                ;       )</a:t>
            </a:r>
          </a:p>
          <a:p>
            <a:pPr marL="342900" indent="-342900" algn="l" eaLnBrk="0" hangingPunct="0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  <a:defRPr/>
            </a:pPr>
            <a:r>
              <a:rPr lang="en-US" sz="1600" kern="0" dirty="0">
                <a:latin typeface="+mn-lt"/>
                <a:cs typeface="+mn-cs"/>
              </a:rPr>
              <a:t>		</a:t>
            </a:r>
            <a:r>
              <a:rPr lang="en-US" sz="1600" kern="0" dirty="0" err="1">
                <a:latin typeface="+mn-lt"/>
                <a:cs typeface="+mn-cs"/>
              </a:rPr>
              <a:t>PrintLine</a:t>
            </a:r>
            <a:r>
              <a:rPr lang="en-US" sz="1600" kern="0" dirty="0">
                <a:latin typeface="+mn-lt"/>
                <a:cs typeface="+mn-cs"/>
              </a:rPr>
              <a:t>(</a:t>
            </a:r>
            <a:r>
              <a:rPr lang="en-US" sz="1600" kern="0" dirty="0" err="1">
                <a:latin typeface="+mn-lt"/>
                <a:cs typeface="+mn-cs"/>
              </a:rPr>
              <a:t>i</a:t>
            </a:r>
            <a:r>
              <a:rPr lang="en-US" sz="1600" kern="0" dirty="0">
                <a:latin typeface="+mn-lt"/>
                <a:cs typeface="+mn-cs"/>
              </a:rPr>
              <a:t>, </a:t>
            </a:r>
            <a:r>
              <a:rPr lang="en-US" sz="1600" kern="0" dirty="0" err="1">
                <a:latin typeface="+mn-lt"/>
                <a:cs typeface="+mn-cs"/>
              </a:rPr>
              <a:t>ch</a:t>
            </a:r>
            <a:r>
              <a:rPr lang="en-US" sz="1600" kern="0" dirty="0">
                <a:latin typeface="+mn-lt"/>
                <a:cs typeface="+mn-cs"/>
              </a:rPr>
              <a:t>);</a:t>
            </a:r>
          </a:p>
          <a:p>
            <a:pPr marL="342900" indent="-342900" algn="l" eaLnBrk="0" hangingPunct="0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  <a:defRPr/>
            </a:pPr>
            <a:r>
              <a:rPr lang="en-US" sz="1600" kern="0" dirty="0">
                <a:latin typeface="+mn-lt"/>
                <a:cs typeface="+mn-cs"/>
              </a:rPr>
              <a:t>}</a:t>
            </a:r>
          </a:p>
          <a:p>
            <a:pPr marL="342900" indent="-342900" algn="l" eaLnBrk="0" hangingPunct="0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  <a:defRPr/>
            </a:pPr>
            <a:endParaRPr lang="en-US" sz="1600" kern="0" dirty="0">
              <a:latin typeface="+mn-lt"/>
              <a:cs typeface="+mn-cs"/>
            </a:endParaRPr>
          </a:p>
        </p:txBody>
      </p:sp>
      <p:sp>
        <p:nvSpPr>
          <p:cNvPr id="31747" name="Content Placeholder 2">
            <a:extLst>
              <a:ext uri="{FF2B5EF4-FFF2-40B4-BE49-F238E27FC236}">
                <a16:creationId xmlns:a16="http://schemas.microsoft.com/office/drawing/2014/main" id="{5677D245-80AB-4B81-8E08-6415406839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" y="2098675"/>
            <a:ext cx="7239000" cy="3616325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endParaRPr lang="en-US" altLang="he-IL" sz="1600" dirty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he-IL" sz="1600" dirty="0"/>
              <a:t>static void Main()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he-IL" sz="1600" dirty="0"/>
              <a:t>{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he-IL" sz="1600" dirty="0"/>
              <a:t>	int base1; 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he-IL" sz="1600" dirty="0"/>
              <a:t>	char </a:t>
            </a:r>
            <a:r>
              <a:rPr lang="en-US" altLang="he-IL" sz="1600" dirty="0" err="1"/>
              <a:t>ch</a:t>
            </a:r>
            <a:r>
              <a:rPr lang="en-US" altLang="he-IL" sz="1600" dirty="0"/>
              <a:t>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he-IL" sz="1600" dirty="0"/>
              <a:t>	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he-IL" sz="1600" dirty="0"/>
              <a:t>	</a:t>
            </a:r>
            <a:r>
              <a:rPr lang="en-US" altLang="he-IL" sz="1600" dirty="0" err="1"/>
              <a:t>Console.WriteLine</a:t>
            </a:r>
            <a:r>
              <a:rPr lang="en-US" altLang="he-IL" sz="1600" dirty="0"/>
              <a:t>("Enter base and char: ");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it-IT" altLang="he-IL" sz="1600" dirty="0"/>
              <a:t>	</a:t>
            </a:r>
            <a:r>
              <a:rPr lang="en-US" altLang="he-IL" sz="1600" dirty="0"/>
              <a:t>base1 = </a:t>
            </a:r>
            <a:r>
              <a:rPr lang="en-US" altLang="he-IL" sz="1600" dirty="0" err="1"/>
              <a:t>int.Parse</a:t>
            </a:r>
            <a:r>
              <a:rPr lang="en-US" altLang="he-IL" sz="1600" dirty="0"/>
              <a:t>(</a:t>
            </a:r>
            <a:r>
              <a:rPr lang="en-US" altLang="he-IL" sz="1600" dirty="0" err="1"/>
              <a:t>Console.ReadLine</a:t>
            </a:r>
            <a:r>
              <a:rPr lang="en-US" altLang="he-IL" sz="1600" dirty="0"/>
              <a:t>());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he-IL" sz="1600" dirty="0"/>
              <a:t>      </a:t>
            </a:r>
            <a:r>
              <a:rPr lang="en-US" altLang="he-IL" sz="1600" dirty="0" err="1"/>
              <a:t>ch</a:t>
            </a:r>
            <a:r>
              <a:rPr lang="en-US" altLang="he-IL" sz="1600" dirty="0"/>
              <a:t> = </a:t>
            </a:r>
            <a:r>
              <a:rPr lang="en-US" altLang="he-IL" sz="1600" dirty="0" err="1"/>
              <a:t>char.Parse</a:t>
            </a:r>
            <a:r>
              <a:rPr lang="en-US" altLang="he-IL" sz="1600" dirty="0"/>
              <a:t>(</a:t>
            </a:r>
            <a:r>
              <a:rPr lang="en-US" altLang="he-IL" sz="1600" dirty="0" err="1"/>
              <a:t>Console.ReadLine</a:t>
            </a:r>
            <a:r>
              <a:rPr lang="en-US" altLang="he-IL" sz="1600" dirty="0"/>
              <a:t>());</a:t>
            </a:r>
            <a:endParaRPr lang="it-IT" altLang="he-IL" sz="1600" dirty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he-IL" sz="1600" dirty="0"/>
              <a:t>	</a:t>
            </a:r>
            <a:r>
              <a:rPr lang="en-US" altLang="he-IL" sz="1600" dirty="0" err="1"/>
              <a:t>PrintTriangle</a:t>
            </a:r>
            <a:r>
              <a:rPr lang="en-US" altLang="he-IL" sz="1600" dirty="0"/>
              <a:t>(base1, </a:t>
            </a:r>
            <a:r>
              <a:rPr lang="en-US" altLang="he-IL" sz="1600" dirty="0" err="1"/>
              <a:t>ch</a:t>
            </a:r>
            <a:r>
              <a:rPr lang="en-US" altLang="he-IL" sz="1600" dirty="0"/>
              <a:t>); 	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he-IL" sz="1600" dirty="0"/>
              <a:t>}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he-IL" sz="1600" dirty="0"/>
          </a:p>
        </p:txBody>
      </p:sp>
      <p:sp>
        <p:nvSpPr>
          <p:cNvPr id="30724" name="Title 1">
            <a:extLst>
              <a:ext uri="{FF2B5EF4-FFF2-40B4-BE49-F238E27FC236}">
                <a16:creationId xmlns:a16="http://schemas.microsoft.com/office/drawing/2014/main" id="{1EBC73C5-8651-4F8E-85B4-BA1DECFD7A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775" y="228600"/>
            <a:ext cx="8153400" cy="990600"/>
          </a:xfrm>
        </p:spPr>
        <p:txBody>
          <a:bodyPr/>
          <a:lstStyle/>
          <a:p>
            <a:pPr algn="r" eaLnBrk="1" hangingPunct="1"/>
            <a:r>
              <a:rPr lang="he-IL" altLang="he-IL"/>
              <a:t>תכנות </a:t>
            </a:r>
            <a:r>
              <a:rPr lang="en-US" altLang="he-IL"/>
              <a:t>TOP-DOWN</a:t>
            </a:r>
            <a:r>
              <a:rPr lang="he-IL" altLang="he-IL"/>
              <a:t> </a:t>
            </a:r>
            <a:br>
              <a:rPr lang="he-IL" altLang="he-IL"/>
            </a:br>
            <a:r>
              <a:rPr lang="he-IL" altLang="he-IL"/>
              <a:t>דוגמא: ציור משולש</a:t>
            </a:r>
            <a:endParaRPr lang="en-US" altLang="he-IL"/>
          </a:p>
        </p:txBody>
      </p:sp>
      <p:sp>
        <p:nvSpPr>
          <p:cNvPr id="7" name="Text Box 47">
            <a:extLst>
              <a:ext uri="{FF2B5EF4-FFF2-40B4-BE49-F238E27FC236}">
                <a16:creationId xmlns:a16="http://schemas.microsoft.com/office/drawing/2014/main" id="{95B5B791-4598-4E59-A95D-C3FA3AC008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6477000"/>
            <a:ext cx="1981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 eaLnBrk="1" hangingPunct="1">
              <a:spcBef>
                <a:spcPct val="50000"/>
              </a:spcBef>
            </a:pPr>
            <a:r>
              <a:rPr lang="he-IL" altLang="he-IL" dirty="0"/>
              <a:t>הזיכרון של ה- </a:t>
            </a:r>
            <a:r>
              <a:rPr lang="en-US" altLang="he-IL" dirty="0"/>
              <a:t>Main</a:t>
            </a:r>
          </a:p>
        </p:txBody>
      </p:sp>
      <p:graphicFrame>
        <p:nvGraphicFramePr>
          <p:cNvPr id="8" name="Group 196">
            <a:extLst>
              <a:ext uri="{FF2B5EF4-FFF2-40B4-BE49-F238E27FC236}">
                <a16:creationId xmlns:a16="http://schemas.microsoft.com/office/drawing/2014/main" id="{29B2DC69-46CC-43C7-BE2B-AE7696FC3C74}"/>
              </a:ext>
            </a:extLst>
          </p:cNvPr>
          <p:cNvGraphicFramePr>
            <a:graphicFrameLocks noGrp="1"/>
          </p:cNvGraphicFramePr>
          <p:nvPr/>
        </p:nvGraphicFramePr>
        <p:xfrm>
          <a:off x="762000" y="5745163"/>
          <a:ext cx="2133600" cy="731838"/>
        </p:xfrm>
        <a:graphic>
          <a:graphicData uri="http://schemas.openxmlformats.org/drawingml/2006/table">
            <a:tbl>
              <a:tblPr/>
              <a:tblGrid>
                <a:gridCol w="990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919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int</a:t>
                      </a: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:   base</a:t>
                      </a:r>
                    </a:p>
                  </a:txBody>
                  <a:tcPr marT="45740" marB="45740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???</a:t>
                      </a: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3000</a:t>
                      </a:r>
                      <a:endParaRPr kumimoji="0" 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charset="0"/>
                      </a:endParaRPr>
                    </a:p>
                  </a:txBody>
                  <a:tcPr marT="45740" marB="4574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919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char: </a:t>
                      </a:r>
                      <a:r>
                        <a:rPr kumimoji="0" lang="en-US" sz="12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ch</a:t>
                      </a: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charset="0"/>
                      </a:endParaRPr>
                    </a:p>
                  </a:txBody>
                  <a:tcPr marT="45740" marB="45740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???</a:t>
                      </a: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3004</a:t>
                      </a:r>
                      <a:endParaRPr kumimoji="0" 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charset="0"/>
                      </a:endParaRPr>
                    </a:p>
                  </a:txBody>
                  <a:tcPr marT="45740" marB="4574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9" name="Group 196">
            <a:extLst>
              <a:ext uri="{FF2B5EF4-FFF2-40B4-BE49-F238E27FC236}">
                <a16:creationId xmlns:a16="http://schemas.microsoft.com/office/drawing/2014/main" id="{7C49C44D-ADEC-4269-A563-D4EE9E53CC79}"/>
              </a:ext>
            </a:extLst>
          </p:cNvPr>
          <p:cNvGraphicFramePr>
            <a:graphicFrameLocks noGrp="1"/>
          </p:cNvGraphicFramePr>
          <p:nvPr/>
        </p:nvGraphicFramePr>
        <p:xfrm>
          <a:off x="762000" y="5745163"/>
          <a:ext cx="2133600" cy="732075"/>
        </p:xfrm>
        <a:graphic>
          <a:graphicData uri="http://schemas.openxmlformats.org/drawingml/2006/table">
            <a:tbl>
              <a:tblPr/>
              <a:tblGrid>
                <a:gridCol w="990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639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</a:t>
                      </a: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:   base</a:t>
                      </a:r>
                    </a:p>
                  </a:txBody>
                  <a:tcPr marT="45680" marB="45680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3</a:t>
                      </a:r>
                    </a:p>
                  </a:txBody>
                  <a:tcPr marT="45680" marB="4568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3000</a:t>
                      </a:r>
                      <a:endParaRPr kumimoji="0" 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680" marB="4568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442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char: ch</a:t>
                      </a:r>
                    </a:p>
                  </a:txBody>
                  <a:tcPr marT="45680" marB="45680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‘$’</a:t>
                      </a:r>
                    </a:p>
                  </a:txBody>
                  <a:tcPr marT="45680" marB="4568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3004</a:t>
                      </a:r>
                      <a:endParaRPr kumimoji="0" 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680" marB="4568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0" name="Rectangle 6">
            <a:extLst>
              <a:ext uri="{FF2B5EF4-FFF2-40B4-BE49-F238E27FC236}">
                <a16:creationId xmlns:a16="http://schemas.microsoft.com/office/drawing/2014/main" id="{BD51BE30-98CC-4429-B1AA-DE5165786C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67600" y="6019800"/>
            <a:ext cx="1524000" cy="533400"/>
          </a:xfrm>
          <a:prstGeom prst="rect">
            <a:avLst/>
          </a:prstGeom>
          <a:solidFill>
            <a:srgbClr val="FF9900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he-IL" dirty="0"/>
              <a:t>Main</a:t>
            </a:r>
          </a:p>
          <a:p>
            <a:pPr algn="ctr" eaLnBrk="1" hangingPunct="1"/>
            <a:r>
              <a:rPr lang="en-US" altLang="he-IL" dirty="0"/>
              <a:t>( line 5)</a:t>
            </a:r>
          </a:p>
        </p:txBody>
      </p:sp>
      <p:sp>
        <p:nvSpPr>
          <p:cNvPr id="11" name="Text Box 7">
            <a:extLst>
              <a:ext uri="{FF2B5EF4-FFF2-40B4-BE49-F238E27FC236}">
                <a16:creationId xmlns:a16="http://schemas.microsoft.com/office/drawing/2014/main" id="{CC57DC92-391C-4637-91E9-F7755C9FFF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15200" y="6491288"/>
            <a:ext cx="17526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he-IL" altLang="he-IL"/>
              <a:t>מחסנית הקריאות</a:t>
            </a:r>
            <a:endParaRPr lang="en-US" altLang="he-IL"/>
          </a:p>
        </p:txBody>
      </p:sp>
      <p:sp>
        <p:nvSpPr>
          <p:cNvPr id="12" name="Rectangle 8">
            <a:extLst>
              <a:ext uri="{FF2B5EF4-FFF2-40B4-BE49-F238E27FC236}">
                <a16:creationId xmlns:a16="http://schemas.microsoft.com/office/drawing/2014/main" id="{17756637-A4BE-4200-B059-033D8BCE71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67600" y="5486400"/>
            <a:ext cx="1524000" cy="533400"/>
          </a:xfrm>
          <a:prstGeom prst="rect">
            <a:avLst/>
          </a:prstGeom>
          <a:solidFill>
            <a:srgbClr val="FF9900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he-IL" dirty="0"/>
              <a:t>Print Triangle</a:t>
            </a:r>
          </a:p>
          <a:p>
            <a:pPr algn="ctr" eaLnBrk="1" hangingPunct="1"/>
            <a:r>
              <a:rPr lang="en-US" altLang="he-IL" dirty="0"/>
              <a:t>(line 3)</a:t>
            </a:r>
          </a:p>
        </p:txBody>
      </p:sp>
      <p:sp>
        <p:nvSpPr>
          <p:cNvPr id="13" name="Text Box 47">
            <a:extLst>
              <a:ext uri="{FF2B5EF4-FFF2-40B4-BE49-F238E27FC236}">
                <a16:creationId xmlns:a16="http://schemas.microsoft.com/office/drawing/2014/main" id="{4C1B1F08-2F85-4CB2-94CA-F2DC491304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76600" y="6491288"/>
            <a:ext cx="26670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 eaLnBrk="1" hangingPunct="1">
              <a:spcBef>
                <a:spcPct val="50000"/>
              </a:spcBef>
            </a:pPr>
            <a:r>
              <a:rPr lang="he-IL" altLang="he-IL" dirty="0"/>
              <a:t>הזיכרון של </a:t>
            </a:r>
            <a:r>
              <a:rPr lang="en-US" altLang="he-IL" dirty="0" err="1"/>
              <a:t>PrintTriangle</a:t>
            </a:r>
            <a:endParaRPr lang="en-US" altLang="he-IL" dirty="0"/>
          </a:p>
        </p:txBody>
      </p:sp>
      <p:graphicFrame>
        <p:nvGraphicFramePr>
          <p:cNvPr id="14" name="Group 196">
            <a:extLst>
              <a:ext uri="{FF2B5EF4-FFF2-40B4-BE49-F238E27FC236}">
                <a16:creationId xmlns:a16="http://schemas.microsoft.com/office/drawing/2014/main" id="{DB5A3326-BBF9-4A14-962D-AB6BA789008D}"/>
              </a:ext>
            </a:extLst>
          </p:cNvPr>
          <p:cNvGraphicFramePr>
            <a:graphicFrameLocks noGrp="1"/>
          </p:cNvGraphicFramePr>
          <p:nvPr/>
        </p:nvGraphicFramePr>
        <p:xfrm>
          <a:off x="3581400" y="5410200"/>
          <a:ext cx="2133600" cy="1097202"/>
        </p:xfrm>
        <a:graphic>
          <a:graphicData uri="http://schemas.openxmlformats.org/drawingml/2006/table">
            <a:tbl>
              <a:tblPr/>
              <a:tblGrid>
                <a:gridCol w="990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654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int</a:t>
                      </a: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:   base</a:t>
                      </a:r>
                    </a:p>
                  </a:txBody>
                  <a:tcPr marT="45707" marB="45707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3</a:t>
                      </a:r>
                    </a:p>
                  </a:txBody>
                  <a:tcPr marT="45707" marB="4570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1000</a:t>
                      </a:r>
                      <a:endParaRPr kumimoji="0" lang="en-US" sz="1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charset="0"/>
                      </a:endParaRPr>
                    </a:p>
                  </a:txBody>
                  <a:tcPr marT="45707" marB="45707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654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char: </a:t>
                      </a:r>
                      <a:r>
                        <a:rPr kumimoji="0" lang="en-US" sz="12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ch</a:t>
                      </a: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charset="0"/>
                      </a:endParaRPr>
                    </a:p>
                  </a:txBody>
                  <a:tcPr marT="45707" marB="45707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‘$’</a:t>
                      </a:r>
                    </a:p>
                  </a:txBody>
                  <a:tcPr marT="45707" marB="4570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1004</a:t>
                      </a:r>
                      <a:endParaRPr kumimoji="0" 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charset="0"/>
                      </a:endParaRPr>
                    </a:p>
                  </a:txBody>
                  <a:tcPr marT="45707" marB="45707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654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int</a:t>
                      </a: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: </a:t>
                      </a:r>
                      <a:r>
                        <a:rPr kumimoji="0" lang="en-US" sz="12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i</a:t>
                      </a: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charset="0"/>
                      </a:endParaRPr>
                    </a:p>
                  </a:txBody>
                  <a:tcPr marT="45707" marB="45707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???</a:t>
                      </a:r>
                    </a:p>
                  </a:txBody>
                  <a:tcPr marT="45707" marB="4570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100</a:t>
                      </a:r>
                      <a:r>
                        <a:rPr kumimoji="0" 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5</a:t>
                      </a:r>
                    </a:p>
                  </a:txBody>
                  <a:tcPr marT="45707" marB="45707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CD32618C-00C6-43C8-A696-C460C735F019}"/>
              </a:ext>
            </a:extLst>
          </p:cNvPr>
          <p:cNvSpPr txBox="1"/>
          <p:nvPr/>
        </p:nvSpPr>
        <p:spPr>
          <a:xfrm>
            <a:off x="5562600" y="2135188"/>
            <a:ext cx="990600" cy="3381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sz="1600" dirty="0" err="1">
                <a:latin typeface="+mn-lt"/>
                <a:cs typeface="Arial" charset="0"/>
              </a:rPr>
              <a:t>int</a:t>
            </a:r>
            <a:r>
              <a:rPr lang="en-US" sz="1600" dirty="0">
                <a:latin typeface="+mn-lt"/>
                <a:cs typeface="Arial" charset="0"/>
              </a:rPr>
              <a:t> </a:t>
            </a:r>
            <a:r>
              <a:rPr lang="en-US" sz="1600" dirty="0" err="1">
                <a:latin typeface="+mn-lt"/>
                <a:cs typeface="Arial" charset="0"/>
              </a:rPr>
              <a:t>i</a:t>
            </a:r>
            <a:r>
              <a:rPr lang="en-US" sz="1600" dirty="0">
                <a:latin typeface="+mn-lt"/>
                <a:cs typeface="Arial" charset="0"/>
              </a:rPr>
              <a:t>=1</a:t>
            </a:r>
            <a:endParaRPr lang="en-US" dirty="0">
              <a:latin typeface="+mn-lt"/>
              <a:cs typeface="Arial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DE0DAA8-E46F-486E-AE02-2B3B7C78C902}"/>
              </a:ext>
            </a:extLst>
          </p:cNvPr>
          <p:cNvSpPr txBox="1"/>
          <p:nvPr/>
        </p:nvSpPr>
        <p:spPr>
          <a:xfrm>
            <a:off x="5791200" y="4149725"/>
            <a:ext cx="990600" cy="3381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l">
              <a:defRPr/>
            </a:pPr>
            <a:r>
              <a:rPr lang="en-US" sz="1600" dirty="0" err="1">
                <a:latin typeface="+mn-lt"/>
                <a:cs typeface="Arial" charset="0"/>
              </a:rPr>
              <a:t>int</a:t>
            </a:r>
            <a:r>
              <a:rPr lang="en-US" sz="1600" dirty="0">
                <a:latin typeface="+mn-lt"/>
                <a:cs typeface="Arial" charset="0"/>
              </a:rPr>
              <a:t> </a:t>
            </a:r>
            <a:r>
              <a:rPr lang="en-US" sz="1600" dirty="0" err="1">
                <a:latin typeface="+mn-lt"/>
                <a:cs typeface="Arial" charset="0"/>
              </a:rPr>
              <a:t>i</a:t>
            </a:r>
            <a:r>
              <a:rPr lang="en-US" sz="1600" dirty="0">
                <a:latin typeface="+mn-lt"/>
                <a:cs typeface="Arial" charset="0"/>
              </a:rPr>
              <a:t>=1</a:t>
            </a:r>
            <a:endParaRPr lang="en-US" dirty="0">
              <a:latin typeface="+mn-lt"/>
              <a:cs typeface="Arial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4070039-34AE-4BBC-8869-89E761469431}"/>
              </a:ext>
            </a:extLst>
          </p:cNvPr>
          <p:cNvSpPr txBox="1"/>
          <p:nvPr/>
        </p:nvSpPr>
        <p:spPr>
          <a:xfrm>
            <a:off x="6705600" y="4149725"/>
            <a:ext cx="1219200" cy="3381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l">
              <a:defRPr/>
            </a:pPr>
            <a:r>
              <a:rPr lang="en-US" sz="1600" dirty="0" err="1">
                <a:latin typeface="+mn-lt"/>
                <a:cs typeface="Arial" charset="0"/>
              </a:rPr>
              <a:t>i</a:t>
            </a:r>
            <a:r>
              <a:rPr lang="en-US" sz="1600" dirty="0">
                <a:latin typeface="+mn-lt"/>
                <a:cs typeface="Arial" charset="0"/>
              </a:rPr>
              <a:t>&lt;=base</a:t>
            </a:r>
            <a:endParaRPr lang="en-US" dirty="0">
              <a:latin typeface="+mn-lt"/>
              <a:cs typeface="Arial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0119187-965F-44AF-BE3F-C36B00AF71E0}"/>
              </a:ext>
            </a:extLst>
          </p:cNvPr>
          <p:cNvSpPr txBox="1"/>
          <p:nvPr/>
        </p:nvSpPr>
        <p:spPr>
          <a:xfrm>
            <a:off x="6324600" y="2135188"/>
            <a:ext cx="1371600" cy="3381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sz="1600" dirty="0" err="1">
                <a:latin typeface="+mn-lt"/>
                <a:cs typeface="Arial" charset="0"/>
              </a:rPr>
              <a:t>i</a:t>
            </a:r>
            <a:r>
              <a:rPr lang="en-US" sz="1600" dirty="0">
                <a:latin typeface="+mn-lt"/>
                <a:cs typeface="Arial" charset="0"/>
              </a:rPr>
              <a:t>&lt;=length</a:t>
            </a:r>
            <a:endParaRPr lang="en-US" dirty="0">
              <a:latin typeface="+mn-lt"/>
              <a:cs typeface="Arial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A0CB600-DBDB-4035-830A-0AD8DEF0632B}"/>
              </a:ext>
            </a:extLst>
          </p:cNvPr>
          <p:cNvSpPr txBox="1"/>
          <p:nvPr/>
        </p:nvSpPr>
        <p:spPr>
          <a:xfrm>
            <a:off x="7010400" y="2135188"/>
            <a:ext cx="1219200" cy="3381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sz="1600" dirty="0" err="1">
                <a:latin typeface="+mn-lt"/>
                <a:cs typeface="Arial" charset="0"/>
              </a:rPr>
              <a:t>i</a:t>
            </a:r>
            <a:r>
              <a:rPr lang="en-US" sz="1600" dirty="0">
                <a:latin typeface="+mn-lt"/>
                <a:cs typeface="Arial" charset="0"/>
              </a:rPr>
              <a:t>++</a:t>
            </a:r>
            <a:endParaRPr lang="en-US" dirty="0">
              <a:latin typeface="+mn-lt"/>
              <a:cs typeface="Arial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94CE081-A6ED-4DCA-BC5C-409D98BF7D5D}"/>
              </a:ext>
            </a:extLst>
          </p:cNvPr>
          <p:cNvSpPr txBox="1"/>
          <p:nvPr/>
        </p:nvSpPr>
        <p:spPr>
          <a:xfrm>
            <a:off x="7620000" y="4192588"/>
            <a:ext cx="1219200" cy="3381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l">
              <a:defRPr/>
            </a:pPr>
            <a:r>
              <a:rPr lang="en-US" sz="1600" dirty="0" err="1">
                <a:latin typeface="+mn-lt"/>
                <a:cs typeface="Arial" charset="0"/>
              </a:rPr>
              <a:t>i</a:t>
            </a:r>
            <a:r>
              <a:rPr lang="en-US" sz="1600" dirty="0">
                <a:latin typeface="+mn-lt"/>
                <a:cs typeface="Arial" charset="0"/>
              </a:rPr>
              <a:t>++</a:t>
            </a:r>
            <a:endParaRPr lang="en-US" dirty="0">
              <a:latin typeface="+mn-lt"/>
              <a:cs typeface="Arial" charset="0"/>
            </a:endParaRPr>
          </a:p>
        </p:txBody>
      </p:sp>
      <p:graphicFrame>
        <p:nvGraphicFramePr>
          <p:cNvPr id="21" name="Group 196">
            <a:extLst>
              <a:ext uri="{FF2B5EF4-FFF2-40B4-BE49-F238E27FC236}">
                <a16:creationId xmlns:a16="http://schemas.microsoft.com/office/drawing/2014/main" id="{F3DDEECD-6C28-4C68-9AAA-F2521C287A5C}"/>
              </a:ext>
            </a:extLst>
          </p:cNvPr>
          <p:cNvGraphicFramePr>
            <a:graphicFrameLocks noGrp="1"/>
          </p:cNvGraphicFramePr>
          <p:nvPr/>
        </p:nvGraphicFramePr>
        <p:xfrm>
          <a:off x="3581400" y="5410200"/>
          <a:ext cx="2133600" cy="1097202"/>
        </p:xfrm>
        <a:graphic>
          <a:graphicData uri="http://schemas.openxmlformats.org/drawingml/2006/table">
            <a:tbl>
              <a:tblPr/>
              <a:tblGrid>
                <a:gridCol w="990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654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int</a:t>
                      </a: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:   base</a:t>
                      </a:r>
                    </a:p>
                  </a:txBody>
                  <a:tcPr marT="45707" marB="45707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3</a:t>
                      </a:r>
                    </a:p>
                  </a:txBody>
                  <a:tcPr marT="45707" marB="4570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1000</a:t>
                      </a:r>
                      <a:endParaRPr kumimoji="0" lang="en-US" sz="1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charset="0"/>
                      </a:endParaRPr>
                    </a:p>
                  </a:txBody>
                  <a:tcPr marT="45707" marB="45707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654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char: </a:t>
                      </a:r>
                      <a:r>
                        <a:rPr kumimoji="0" lang="en-US" sz="12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ch</a:t>
                      </a: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charset="0"/>
                      </a:endParaRPr>
                    </a:p>
                  </a:txBody>
                  <a:tcPr marT="45707" marB="45707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‘$’</a:t>
                      </a:r>
                    </a:p>
                  </a:txBody>
                  <a:tcPr marT="45707" marB="4570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1004</a:t>
                      </a:r>
                      <a:endParaRPr kumimoji="0" 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charset="0"/>
                      </a:endParaRPr>
                    </a:p>
                  </a:txBody>
                  <a:tcPr marT="45707" marB="45707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654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int</a:t>
                      </a: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: </a:t>
                      </a:r>
                      <a:r>
                        <a:rPr kumimoji="0" lang="en-US" sz="12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i</a:t>
                      </a: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charset="0"/>
                      </a:endParaRPr>
                    </a:p>
                  </a:txBody>
                  <a:tcPr marT="45707" marB="45707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1</a:t>
                      </a:r>
                    </a:p>
                  </a:txBody>
                  <a:tcPr marT="45707" marB="4570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100</a:t>
                      </a:r>
                      <a:r>
                        <a:rPr kumimoji="0" 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5</a:t>
                      </a:r>
                    </a:p>
                  </a:txBody>
                  <a:tcPr marT="45707" marB="45707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3" name="Rectangle 8">
            <a:extLst>
              <a:ext uri="{FF2B5EF4-FFF2-40B4-BE49-F238E27FC236}">
                <a16:creationId xmlns:a16="http://schemas.microsoft.com/office/drawing/2014/main" id="{0E5CC5D9-21A6-443D-8A0D-D44B6FEE76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67600" y="4953000"/>
            <a:ext cx="1524000" cy="533400"/>
          </a:xfrm>
          <a:prstGeom prst="rect">
            <a:avLst/>
          </a:prstGeom>
          <a:solidFill>
            <a:srgbClr val="FF9900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he-IL" dirty="0"/>
              <a:t>Print Line</a:t>
            </a:r>
          </a:p>
        </p:txBody>
      </p:sp>
      <p:sp>
        <p:nvSpPr>
          <p:cNvPr id="24" name="Text Box 47">
            <a:extLst>
              <a:ext uri="{FF2B5EF4-FFF2-40B4-BE49-F238E27FC236}">
                <a16:creationId xmlns:a16="http://schemas.microsoft.com/office/drawing/2014/main" id="{BDD8C322-2940-40CD-BEB6-9BAD074187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33600" y="2906713"/>
            <a:ext cx="26670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 eaLnBrk="1" hangingPunct="1">
              <a:spcBef>
                <a:spcPct val="50000"/>
              </a:spcBef>
            </a:pPr>
            <a:r>
              <a:rPr lang="he-IL" altLang="he-IL" dirty="0"/>
              <a:t>הזיכרון של </a:t>
            </a:r>
            <a:r>
              <a:rPr lang="en-US" altLang="he-IL" dirty="0" err="1"/>
              <a:t>PrintLine</a:t>
            </a:r>
            <a:endParaRPr lang="en-US" altLang="he-IL" dirty="0"/>
          </a:p>
        </p:txBody>
      </p:sp>
      <p:graphicFrame>
        <p:nvGraphicFramePr>
          <p:cNvPr id="32968" name="Group 200">
            <a:extLst>
              <a:ext uri="{FF2B5EF4-FFF2-40B4-BE49-F238E27FC236}">
                <a16:creationId xmlns:a16="http://schemas.microsoft.com/office/drawing/2014/main" id="{7D1524A0-1813-4CFA-B9D0-3B49E37D1F3C}"/>
              </a:ext>
            </a:extLst>
          </p:cNvPr>
          <p:cNvGraphicFramePr>
            <a:graphicFrameLocks noGrp="1"/>
          </p:cNvGraphicFramePr>
          <p:nvPr/>
        </p:nvGraphicFramePr>
        <p:xfrm>
          <a:off x="2209800" y="1795463"/>
          <a:ext cx="2362200" cy="1097202"/>
        </p:xfrm>
        <a:graphic>
          <a:graphicData uri="http://schemas.openxmlformats.org/drawingml/2006/table">
            <a:tbl>
              <a:tblPr/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86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905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654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int:   length</a:t>
                      </a:r>
                    </a:p>
                  </a:txBody>
                  <a:tcPr marT="45707" marB="45707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</a:t>
                      </a:r>
                    </a:p>
                  </a:txBody>
                  <a:tcPr marT="45707" marB="4570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2000</a:t>
                      </a:r>
                      <a:endParaRPr kumimoji="0" lang="en-US" sz="1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07" marB="45707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654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char: ch</a:t>
                      </a:r>
                    </a:p>
                  </a:txBody>
                  <a:tcPr marT="45707" marB="45707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‘$’</a:t>
                      </a:r>
                    </a:p>
                  </a:txBody>
                  <a:tcPr marT="45707" marB="4570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2004</a:t>
                      </a:r>
                      <a:endParaRPr kumimoji="0" lang="en-US" sz="1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07" marB="45707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654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int: i</a:t>
                      </a:r>
                    </a:p>
                  </a:txBody>
                  <a:tcPr marT="45707" marB="45707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???</a:t>
                      </a:r>
                    </a:p>
                  </a:txBody>
                  <a:tcPr marT="45707" marB="4570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200</a:t>
                      </a:r>
                      <a:r>
                        <a:rPr kumimoji="0" lang="en-US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5</a:t>
                      </a:r>
                    </a:p>
                  </a:txBody>
                  <a:tcPr marT="45707" marB="45707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27" name="Group 196">
            <a:extLst>
              <a:ext uri="{FF2B5EF4-FFF2-40B4-BE49-F238E27FC236}">
                <a16:creationId xmlns:a16="http://schemas.microsoft.com/office/drawing/2014/main" id="{8B6CAE68-662A-469A-B9B7-39E3E2BEDB06}"/>
              </a:ext>
            </a:extLst>
          </p:cNvPr>
          <p:cNvGraphicFramePr>
            <a:graphicFrameLocks noGrp="1"/>
          </p:cNvGraphicFramePr>
          <p:nvPr/>
        </p:nvGraphicFramePr>
        <p:xfrm>
          <a:off x="2209800" y="1795463"/>
          <a:ext cx="2362200" cy="1098551"/>
        </p:xfrm>
        <a:graphic>
          <a:graphicData uri="http://schemas.openxmlformats.org/drawingml/2006/table">
            <a:tbl>
              <a:tblPr/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86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905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866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int:   length</a:t>
                      </a:r>
                    </a:p>
                  </a:txBody>
                  <a:tcPr marT="45733" marB="45733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</a:t>
                      </a:r>
                    </a:p>
                  </a:txBody>
                  <a:tcPr marT="45733" marB="4573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2000</a:t>
                      </a:r>
                      <a:endParaRPr kumimoji="0" lang="en-US" sz="1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33" marB="45733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6819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char: ch</a:t>
                      </a:r>
                    </a:p>
                  </a:txBody>
                  <a:tcPr marT="45733" marB="45733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‘$’</a:t>
                      </a:r>
                    </a:p>
                  </a:txBody>
                  <a:tcPr marT="45733" marB="4573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2004</a:t>
                      </a:r>
                      <a:endParaRPr kumimoji="0" lang="en-US" sz="1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33" marB="45733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866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int: i</a:t>
                      </a:r>
                    </a:p>
                  </a:txBody>
                  <a:tcPr marT="45733" marB="45733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</a:t>
                      </a:r>
                    </a:p>
                  </a:txBody>
                  <a:tcPr marT="45733" marB="4573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200</a:t>
                      </a:r>
                      <a:r>
                        <a:rPr kumimoji="0" lang="en-US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5</a:t>
                      </a:r>
                    </a:p>
                  </a:txBody>
                  <a:tcPr marT="45733" marB="45733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28" name="Group 196">
            <a:extLst>
              <a:ext uri="{FF2B5EF4-FFF2-40B4-BE49-F238E27FC236}">
                <a16:creationId xmlns:a16="http://schemas.microsoft.com/office/drawing/2014/main" id="{9DE12C5B-4E5F-4317-98CE-699AD84A0F87}"/>
              </a:ext>
            </a:extLst>
          </p:cNvPr>
          <p:cNvGraphicFramePr>
            <a:graphicFrameLocks noGrp="1"/>
          </p:cNvGraphicFramePr>
          <p:nvPr/>
        </p:nvGraphicFramePr>
        <p:xfrm>
          <a:off x="2209800" y="1795463"/>
          <a:ext cx="2362200" cy="1098551"/>
        </p:xfrm>
        <a:graphic>
          <a:graphicData uri="http://schemas.openxmlformats.org/drawingml/2006/table">
            <a:tbl>
              <a:tblPr/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86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905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866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int:   length</a:t>
                      </a:r>
                    </a:p>
                  </a:txBody>
                  <a:tcPr marT="45733" marB="45733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</a:t>
                      </a:r>
                    </a:p>
                  </a:txBody>
                  <a:tcPr marT="45733" marB="4573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2000</a:t>
                      </a:r>
                      <a:endParaRPr kumimoji="0" lang="en-US" sz="1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33" marB="45733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6819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char: ch</a:t>
                      </a:r>
                    </a:p>
                  </a:txBody>
                  <a:tcPr marT="45733" marB="45733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‘$’</a:t>
                      </a:r>
                    </a:p>
                  </a:txBody>
                  <a:tcPr marT="45733" marB="4573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2004</a:t>
                      </a:r>
                      <a:endParaRPr kumimoji="0" lang="en-US" sz="1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33" marB="45733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866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int: i</a:t>
                      </a:r>
                    </a:p>
                  </a:txBody>
                  <a:tcPr marT="45733" marB="45733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</a:t>
                      </a:r>
                    </a:p>
                  </a:txBody>
                  <a:tcPr marT="45733" marB="4573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200</a:t>
                      </a:r>
                      <a:r>
                        <a:rPr kumimoji="0" lang="en-US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5</a:t>
                      </a:r>
                    </a:p>
                  </a:txBody>
                  <a:tcPr marT="45733" marB="45733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2" name="Group 196">
            <a:extLst>
              <a:ext uri="{FF2B5EF4-FFF2-40B4-BE49-F238E27FC236}">
                <a16:creationId xmlns:a16="http://schemas.microsoft.com/office/drawing/2014/main" id="{0B48AE2B-5816-4FC4-A67F-B4BD4D409517}"/>
              </a:ext>
            </a:extLst>
          </p:cNvPr>
          <p:cNvGraphicFramePr>
            <a:graphicFrameLocks noGrp="1"/>
          </p:cNvGraphicFramePr>
          <p:nvPr/>
        </p:nvGraphicFramePr>
        <p:xfrm>
          <a:off x="3581400" y="5410200"/>
          <a:ext cx="2133600" cy="1098551"/>
        </p:xfrm>
        <a:graphic>
          <a:graphicData uri="http://schemas.openxmlformats.org/drawingml/2006/table">
            <a:tbl>
              <a:tblPr/>
              <a:tblGrid>
                <a:gridCol w="990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866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int:   base</a:t>
                      </a:r>
                    </a:p>
                  </a:txBody>
                  <a:tcPr marT="45733" marB="45733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3</a:t>
                      </a:r>
                    </a:p>
                  </a:txBody>
                  <a:tcPr marT="45733" marB="4573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1000</a:t>
                      </a:r>
                      <a:endParaRPr kumimoji="0" lang="en-US" sz="1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33" marB="45733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6819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char: ch</a:t>
                      </a:r>
                    </a:p>
                  </a:txBody>
                  <a:tcPr marT="45733" marB="45733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‘$’</a:t>
                      </a:r>
                    </a:p>
                  </a:txBody>
                  <a:tcPr marT="45733" marB="4573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1004</a:t>
                      </a:r>
                      <a:endParaRPr kumimoji="0" lang="en-US" sz="1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33" marB="45733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866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int: i</a:t>
                      </a:r>
                    </a:p>
                  </a:txBody>
                  <a:tcPr marT="45733" marB="45733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</a:t>
                      </a:r>
                    </a:p>
                  </a:txBody>
                  <a:tcPr marT="45733" marB="4573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</a:t>
                      </a:r>
                      <a:r>
                        <a:rPr kumimoji="0" lang="en-US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5</a:t>
                      </a:r>
                    </a:p>
                  </a:txBody>
                  <a:tcPr marT="45733" marB="45733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25" name="Group 196">
            <a:extLst>
              <a:ext uri="{FF2B5EF4-FFF2-40B4-BE49-F238E27FC236}">
                <a16:creationId xmlns:a16="http://schemas.microsoft.com/office/drawing/2014/main" id="{E6ECECA2-2C6C-4879-A4A4-2E49A91865F0}"/>
              </a:ext>
            </a:extLst>
          </p:cNvPr>
          <p:cNvGraphicFramePr>
            <a:graphicFrameLocks noGrp="1"/>
          </p:cNvGraphicFramePr>
          <p:nvPr/>
        </p:nvGraphicFramePr>
        <p:xfrm>
          <a:off x="2209800" y="1795463"/>
          <a:ext cx="2362200" cy="1098551"/>
        </p:xfrm>
        <a:graphic>
          <a:graphicData uri="http://schemas.openxmlformats.org/drawingml/2006/table">
            <a:tbl>
              <a:tblPr/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86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905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866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int:   length</a:t>
                      </a:r>
                    </a:p>
                  </a:txBody>
                  <a:tcPr marT="45733" marB="45733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</a:t>
                      </a:r>
                    </a:p>
                  </a:txBody>
                  <a:tcPr marT="45733" marB="4573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2000</a:t>
                      </a:r>
                      <a:endParaRPr kumimoji="0" lang="en-US" sz="1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33" marB="45733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6819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char: ch</a:t>
                      </a:r>
                    </a:p>
                  </a:txBody>
                  <a:tcPr marT="45733" marB="45733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‘$’</a:t>
                      </a:r>
                    </a:p>
                  </a:txBody>
                  <a:tcPr marT="45733" marB="4573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2004</a:t>
                      </a:r>
                      <a:endParaRPr kumimoji="0" lang="en-US" sz="1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33" marB="45733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866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int: i</a:t>
                      </a:r>
                    </a:p>
                  </a:txBody>
                  <a:tcPr marT="45733" marB="45733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???</a:t>
                      </a:r>
                    </a:p>
                  </a:txBody>
                  <a:tcPr marT="45733" marB="4573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200</a:t>
                      </a:r>
                      <a:r>
                        <a:rPr kumimoji="0" lang="en-US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5</a:t>
                      </a:r>
                    </a:p>
                  </a:txBody>
                  <a:tcPr marT="45733" marB="45733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33037" name="Group 269">
            <a:extLst>
              <a:ext uri="{FF2B5EF4-FFF2-40B4-BE49-F238E27FC236}">
                <a16:creationId xmlns:a16="http://schemas.microsoft.com/office/drawing/2014/main" id="{382DD525-F9F1-4D96-8131-2EF559C83F5F}"/>
              </a:ext>
            </a:extLst>
          </p:cNvPr>
          <p:cNvGraphicFramePr>
            <a:graphicFrameLocks noGrp="1"/>
          </p:cNvGraphicFramePr>
          <p:nvPr/>
        </p:nvGraphicFramePr>
        <p:xfrm>
          <a:off x="2209800" y="1779588"/>
          <a:ext cx="2362200" cy="1112994"/>
        </p:xfrm>
        <a:graphic>
          <a:graphicData uri="http://schemas.openxmlformats.org/drawingml/2006/table">
            <a:tbl>
              <a:tblPr/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86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905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0782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int:   length</a:t>
                      </a:r>
                    </a:p>
                  </a:txBody>
                  <a:tcPr marT="45694" marB="45694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</a:t>
                      </a:r>
                    </a:p>
                  </a:txBody>
                  <a:tcPr marT="45694" marB="4569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2000</a:t>
                      </a:r>
                      <a:endParaRPr kumimoji="0" lang="en-US" sz="1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694" marB="45694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6504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char: ch</a:t>
                      </a:r>
                    </a:p>
                  </a:txBody>
                  <a:tcPr marT="45694" marB="45694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‘$’</a:t>
                      </a:r>
                    </a:p>
                  </a:txBody>
                  <a:tcPr marT="45694" marB="4569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2004</a:t>
                      </a:r>
                      <a:endParaRPr kumimoji="0" lang="en-US" sz="1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694" marB="45694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551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int: i</a:t>
                      </a:r>
                    </a:p>
                  </a:txBody>
                  <a:tcPr marT="45694" marB="45694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</a:t>
                      </a:r>
                    </a:p>
                  </a:txBody>
                  <a:tcPr marT="45694" marB="4569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200</a:t>
                      </a:r>
                      <a:r>
                        <a:rPr kumimoji="0" lang="en-US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5</a:t>
                      </a:r>
                    </a:p>
                  </a:txBody>
                  <a:tcPr marT="45694" marB="45694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3" name="Group 196">
            <a:extLst>
              <a:ext uri="{FF2B5EF4-FFF2-40B4-BE49-F238E27FC236}">
                <a16:creationId xmlns:a16="http://schemas.microsoft.com/office/drawing/2014/main" id="{AA7B7B57-B166-4959-B798-3672FDE2908B}"/>
              </a:ext>
            </a:extLst>
          </p:cNvPr>
          <p:cNvGraphicFramePr>
            <a:graphicFrameLocks noGrp="1"/>
          </p:cNvGraphicFramePr>
          <p:nvPr/>
        </p:nvGraphicFramePr>
        <p:xfrm>
          <a:off x="2209800" y="1795463"/>
          <a:ext cx="2362200" cy="1098551"/>
        </p:xfrm>
        <a:graphic>
          <a:graphicData uri="http://schemas.openxmlformats.org/drawingml/2006/table">
            <a:tbl>
              <a:tblPr/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86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905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866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int:   length</a:t>
                      </a:r>
                    </a:p>
                  </a:txBody>
                  <a:tcPr marT="45733" marB="45733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</a:t>
                      </a:r>
                    </a:p>
                  </a:txBody>
                  <a:tcPr marT="45733" marB="4573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2000</a:t>
                      </a:r>
                      <a:endParaRPr kumimoji="0" lang="en-US" sz="1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33" marB="45733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6819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char: ch</a:t>
                      </a:r>
                    </a:p>
                  </a:txBody>
                  <a:tcPr marT="45733" marB="45733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‘$’</a:t>
                      </a:r>
                    </a:p>
                  </a:txBody>
                  <a:tcPr marT="45733" marB="4573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2004</a:t>
                      </a:r>
                      <a:endParaRPr kumimoji="0" lang="en-US" sz="1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33" marB="45733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866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int: i</a:t>
                      </a:r>
                    </a:p>
                  </a:txBody>
                  <a:tcPr marT="45733" marB="45733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</a:t>
                      </a:r>
                    </a:p>
                  </a:txBody>
                  <a:tcPr marT="45733" marB="4573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200</a:t>
                      </a:r>
                      <a:r>
                        <a:rPr kumimoji="0" lang="en-US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5</a:t>
                      </a:r>
                    </a:p>
                  </a:txBody>
                  <a:tcPr marT="45733" marB="45733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4" name="Group 196">
            <a:extLst>
              <a:ext uri="{FF2B5EF4-FFF2-40B4-BE49-F238E27FC236}">
                <a16:creationId xmlns:a16="http://schemas.microsoft.com/office/drawing/2014/main" id="{B4E52825-B7C8-4C08-A4C7-19B1BC837B38}"/>
              </a:ext>
            </a:extLst>
          </p:cNvPr>
          <p:cNvGraphicFramePr>
            <a:graphicFrameLocks noGrp="1"/>
          </p:cNvGraphicFramePr>
          <p:nvPr/>
        </p:nvGraphicFramePr>
        <p:xfrm>
          <a:off x="2209800" y="1795463"/>
          <a:ext cx="2362200" cy="1098551"/>
        </p:xfrm>
        <a:graphic>
          <a:graphicData uri="http://schemas.openxmlformats.org/drawingml/2006/table">
            <a:tbl>
              <a:tblPr/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86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905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866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int:   length</a:t>
                      </a:r>
                    </a:p>
                  </a:txBody>
                  <a:tcPr marT="45733" marB="45733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</a:t>
                      </a:r>
                    </a:p>
                  </a:txBody>
                  <a:tcPr marT="45733" marB="4573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2000</a:t>
                      </a:r>
                      <a:endParaRPr kumimoji="0" lang="en-US" sz="1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33" marB="45733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6819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char: ch</a:t>
                      </a:r>
                    </a:p>
                  </a:txBody>
                  <a:tcPr marT="45733" marB="45733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‘$’</a:t>
                      </a:r>
                    </a:p>
                  </a:txBody>
                  <a:tcPr marT="45733" marB="4573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2004</a:t>
                      </a:r>
                      <a:endParaRPr kumimoji="0" lang="en-US" sz="1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33" marB="45733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866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int: i</a:t>
                      </a:r>
                    </a:p>
                  </a:txBody>
                  <a:tcPr marT="45733" marB="45733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3</a:t>
                      </a:r>
                    </a:p>
                  </a:txBody>
                  <a:tcPr marT="45733" marB="4573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200</a:t>
                      </a:r>
                      <a:r>
                        <a:rPr kumimoji="0" lang="en-US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5</a:t>
                      </a:r>
                    </a:p>
                  </a:txBody>
                  <a:tcPr marT="45733" marB="45733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5" name="Group 196">
            <a:extLst>
              <a:ext uri="{FF2B5EF4-FFF2-40B4-BE49-F238E27FC236}">
                <a16:creationId xmlns:a16="http://schemas.microsoft.com/office/drawing/2014/main" id="{F489B5EB-995D-43D4-BF01-1E50D14E685F}"/>
              </a:ext>
            </a:extLst>
          </p:cNvPr>
          <p:cNvGraphicFramePr>
            <a:graphicFrameLocks noGrp="1"/>
          </p:cNvGraphicFramePr>
          <p:nvPr/>
        </p:nvGraphicFramePr>
        <p:xfrm>
          <a:off x="3581400" y="5410200"/>
          <a:ext cx="2133600" cy="1098551"/>
        </p:xfrm>
        <a:graphic>
          <a:graphicData uri="http://schemas.openxmlformats.org/drawingml/2006/table">
            <a:tbl>
              <a:tblPr/>
              <a:tblGrid>
                <a:gridCol w="990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866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int:   base</a:t>
                      </a:r>
                    </a:p>
                  </a:txBody>
                  <a:tcPr marT="45733" marB="45733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3</a:t>
                      </a:r>
                    </a:p>
                  </a:txBody>
                  <a:tcPr marT="45733" marB="4573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1000</a:t>
                      </a:r>
                      <a:endParaRPr kumimoji="0" lang="en-US" sz="1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33" marB="45733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6819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char: ch</a:t>
                      </a:r>
                    </a:p>
                  </a:txBody>
                  <a:tcPr marT="45733" marB="45733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‘$’</a:t>
                      </a:r>
                    </a:p>
                  </a:txBody>
                  <a:tcPr marT="45733" marB="4573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1004</a:t>
                      </a:r>
                      <a:endParaRPr kumimoji="0" lang="en-US" sz="1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33" marB="45733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866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int: i</a:t>
                      </a:r>
                    </a:p>
                  </a:txBody>
                  <a:tcPr marT="45733" marB="45733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3</a:t>
                      </a:r>
                    </a:p>
                  </a:txBody>
                  <a:tcPr marT="45733" marB="4573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</a:t>
                      </a:r>
                      <a:r>
                        <a:rPr kumimoji="0" lang="en-US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5</a:t>
                      </a:r>
                    </a:p>
                  </a:txBody>
                  <a:tcPr marT="45733" marB="45733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22" name="Group 196">
            <a:extLst>
              <a:ext uri="{FF2B5EF4-FFF2-40B4-BE49-F238E27FC236}">
                <a16:creationId xmlns:a16="http://schemas.microsoft.com/office/drawing/2014/main" id="{E0F342C0-CE6B-4A68-8FAE-903EACD858C4}"/>
              </a:ext>
            </a:extLst>
          </p:cNvPr>
          <p:cNvGraphicFramePr>
            <a:graphicFrameLocks noGrp="1"/>
          </p:cNvGraphicFramePr>
          <p:nvPr/>
        </p:nvGraphicFramePr>
        <p:xfrm>
          <a:off x="2209800" y="1795463"/>
          <a:ext cx="2362200" cy="1098551"/>
        </p:xfrm>
        <a:graphic>
          <a:graphicData uri="http://schemas.openxmlformats.org/drawingml/2006/table">
            <a:tbl>
              <a:tblPr/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86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905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866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int:   length</a:t>
                      </a:r>
                    </a:p>
                  </a:txBody>
                  <a:tcPr marT="45733" marB="45733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3</a:t>
                      </a:r>
                    </a:p>
                  </a:txBody>
                  <a:tcPr marT="45733" marB="4573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2000</a:t>
                      </a:r>
                      <a:endParaRPr kumimoji="0" lang="en-US" sz="1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33" marB="45733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6819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char: ch</a:t>
                      </a:r>
                    </a:p>
                  </a:txBody>
                  <a:tcPr marT="45733" marB="45733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‘$’</a:t>
                      </a:r>
                    </a:p>
                  </a:txBody>
                  <a:tcPr marT="45733" marB="4573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2004</a:t>
                      </a:r>
                      <a:endParaRPr kumimoji="0" lang="en-US" sz="1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33" marB="45733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866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int: i</a:t>
                      </a:r>
                    </a:p>
                  </a:txBody>
                  <a:tcPr marT="45733" marB="45733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???</a:t>
                      </a:r>
                    </a:p>
                  </a:txBody>
                  <a:tcPr marT="45733" marB="4573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200</a:t>
                      </a:r>
                      <a:r>
                        <a:rPr kumimoji="0" lang="en-US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5</a:t>
                      </a:r>
                    </a:p>
                  </a:txBody>
                  <a:tcPr marT="45733" marB="45733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26" name="Group 196">
            <a:extLst>
              <a:ext uri="{FF2B5EF4-FFF2-40B4-BE49-F238E27FC236}">
                <a16:creationId xmlns:a16="http://schemas.microsoft.com/office/drawing/2014/main" id="{00E6A04E-9D38-47E9-BFE9-C4E3E28FDFC1}"/>
              </a:ext>
            </a:extLst>
          </p:cNvPr>
          <p:cNvGraphicFramePr>
            <a:graphicFrameLocks noGrp="1"/>
          </p:cNvGraphicFramePr>
          <p:nvPr/>
        </p:nvGraphicFramePr>
        <p:xfrm>
          <a:off x="2209800" y="1795463"/>
          <a:ext cx="2362200" cy="1098551"/>
        </p:xfrm>
        <a:graphic>
          <a:graphicData uri="http://schemas.openxmlformats.org/drawingml/2006/table">
            <a:tbl>
              <a:tblPr/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86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905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866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int:   length</a:t>
                      </a:r>
                    </a:p>
                  </a:txBody>
                  <a:tcPr marT="45733" marB="45733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3</a:t>
                      </a:r>
                    </a:p>
                  </a:txBody>
                  <a:tcPr marT="45733" marB="4573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2000</a:t>
                      </a:r>
                      <a:endParaRPr kumimoji="0" lang="en-US" sz="1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33" marB="45733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6819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char: ch</a:t>
                      </a:r>
                    </a:p>
                  </a:txBody>
                  <a:tcPr marT="45733" marB="45733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‘$’</a:t>
                      </a:r>
                    </a:p>
                  </a:txBody>
                  <a:tcPr marT="45733" marB="4573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2004</a:t>
                      </a:r>
                      <a:endParaRPr kumimoji="0" lang="en-US" sz="1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33" marB="45733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866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int: i</a:t>
                      </a:r>
                    </a:p>
                  </a:txBody>
                  <a:tcPr marT="45733" marB="45733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</a:t>
                      </a:r>
                    </a:p>
                  </a:txBody>
                  <a:tcPr marT="45733" marB="4573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200</a:t>
                      </a:r>
                      <a:r>
                        <a:rPr kumimoji="0" lang="en-US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5</a:t>
                      </a:r>
                    </a:p>
                  </a:txBody>
                  <a:tcPr marT="45733" marB="45733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29" name="Group 196">
            <a:extLst>
              <a:ext uri="{FF2B5EF4-FFF2-40B4-BE49-F238E27FC236}">
                <a16:creationId xmlns:a16="http://schemas.microsoft.com/office/drawing/2014/main" id="{858FAB46-D2DC-4873-9703-20FEAD55E22F}"/>
              </a:ext>
            </a:extLst>
          </p:cNvPr>
          <p:cNvGraphicFramePr>
            <a:graphicFrameLocks noGrp="1"/>
          </p:cNvGraphicFramePr>
          <p:nvPr/>
        </p:nvGraphicFramePr>
        <p:xfrm>
          <a:off x="2209800" y="1795463"/>
          <a:ext cx="2362200" cy="1098551"/>
        </p:xfrm>
        <a:graphic>
          <a:graphicData uri="http://schemas.openxmlformats.org/drawingml/2006/table">
            <a:tbl>
              <a:tblPr/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86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905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866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int:   length</a:t>
                      </a:r>
                    </a:p>
                  </a:txBody>
                  <a:tcPr marT="45733" marB="45733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3</a:t>
                      </a:r>
                    </a:p>
                  </a:txBody>
                  <a:tcPr marT="45733" marB="4573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2000</a:t>
                      </a:r>
                      <a:endParaRPr kumimoji="0" lang="en-US" sz="1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33" marB="45733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6819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char: ch</a:t>
                      </a:r>
                    </a:p>
                  </a:txBody>
                  <a:tcPr marT="45733" marB="45733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‘$’</a:t>
                      </a:r>
                    </a:p>
                  </a:txBody>
                  <a:tcPr marT="45733" marB="4573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2004</a:t>
                      </a:r>
                      <a:endParaRPr kumimoji="0" lang="en-US" sz="1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33" marB="45733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866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int: i</a:t>
                      </a:r>
                    </a:p>
                  </a:txBody>
                  <a:tcPr marT="45733" marB="45733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</a:t>
                      </a:r>
                    </a:p>
                  </a:txBody>
                  <a:tcPr marT="45733" marB="4573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200</a:t>
                      </a:r>
                      <a:r>
                        <a:rPr kumimoji="0" lang="en-US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5</a:t>
                      </a:r>
                    </a:p>
                  </a:txBody>
                  <a:tcPr marT="45733" marB="45733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30" name="Group 196">
            <a:extLst>
              <a:ext uri="{FF2B5EF4-FFF2-40B4-BE49-F238E27FC236}">
                <a16:creationId xmlns:a16="http://schemas.microsoft.com/office/drawing/2014/main" id="{7A96892A-BEDA-4C58-B9C4-EEA429796DEA}"/>
              </a:ext>
            </a:extLst>
          </p:cNvPr>
          <p:cNvGraphicFramePr>
            <a:graphicFrameLocks noGrp="1"/>
          </p:cNvGraphicFramePr>
          <p:nvPr/>
        </p:nvGraphicFramePr>
        <p:xfrm>
          <a:off x="2209800" y="1795463"/>
          <a:ext cx="2362200" cy="1098551"/>
        </p:xfrm>
        <a:graphic>
          <a:graphicData uri="http://schemas.openxmlformats.org/drawingml/2006/table">
            <a:tbl>
              <a:tblPr/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86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905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866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int:   length</a:t>
                      </a:r>
                    </a:p>
                  </a:txBody>
                  <a:tcPr marT="45733" marB="45733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3</a:t>
                      </a:r>
                    </a:p>
                  </a:txBody>
                  <a:tcPr marT="45733" marB="4573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2000</a:t>
                      </a:r>
                      <a:endParaRPr kumimoji="0" lang="en-US" sz="1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33" marB="45733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6819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char: ch</a:t>
                      </a:r>
                    </a:p>
                  </a:txBody>
                  <a:tcPr marT="45733" marB="45733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‘$’</a:t>
                      </a:r>
                    </a:p>
                  </a:txBody>
                  <a:tcPr marT="45733" marB="4573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2004</a:t>
                      </a:r>
                      <a:endParaRPr kumimoji="0" lang="en-US" sz="1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33" marB="45733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866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int: i</a:t>
                      </a:r>
                    </a:p>
                  </a:txBody>
                  <a:tcPr marT="45733" marB="45733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3</a:t>
                      </a:r>
                    </a:p>
                  </a:txBody>
                  <a:tcPr marT="45733" marB="4573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200</a:t>
                      </a:r>
                      <a:r>
                        <a:rPr kumimoji="0" lang="en-US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5</a:t>
                      </a:r>
                    </a:p>
                  </a:txBody>
                  <a:tcPr marT="45733" marB="45733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31" name="Group 196">
            <a:extLst>
              <a:ext uri="{FF2B5EF4-FFF2-40B4-BE49-F238E27FC236}">
                <a16:creationId xmlns:a16="http://schemas.microsoft.com/office/drawing/2014/main" id="{8BDE6401-3BD2-4B4A-A3F7-4F5881EE253F}"/>
              </a:ext>
            </a:extLst>
          </p:cNvPr>
          <p:cNvGraphicFramePr>
            <a:graphicFrameLocks noGrp="1"/>
          </p:cNvGraphicFramePr>
          <p:nvPr/>
        </p:nvGraphicFramePr>
        <p:xfrm>
          <a:off x="2209800" y="1795463"/>
          <a:ext cx="2362200" cy="1098551"/>
        </p:xfrm>
        <a:graphic>
          <a:graphicData uri="http://schemas.openxmlformats.org/drawingml/2006/table">
            <a:tbl>
              <a:tblPr/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86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905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866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</a:t>
                      </a: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:   length</a:t>
                      </a:r>
                    </a:p>
                  </a:txBody>
                  <a:tcPr marT="45733" marB="45733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3</a:t>
                      </a:r>
                    </a:p>
                  </a:txBody>
                  <a:tcPr marT="45733" marB="4573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2000</a:t>
                      </a:r>
                      <a:endParaRPr kumimoji="0" lang="en-US" sz="1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33" marB="45733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6819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char: ch</a:t>
                      </a:r>
                    </a:p>
                  </a:txBody>
                  <a:tcPr marT="45733" marB="45733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‘$’</a:t>
                      </a:r>
                    </a:p>
                  </a:txBody>
                  <a:tcPr marT="45733" marB="4573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2004</a:t>
                      </a:r>
                      <a:endParaRPr kumimoji="0" lang="en-US" sz="1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33" marB="45733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866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int: i</a:t>
                      </a:r>
                    </a:p>
                  </a:txBody>
                  <a:tcPr marT="45733" marB="45733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4</a:t>
                      </a:r>
                    </a:p>
                  </a:txBody>
                  <a:tcPr marT="45733" marB="4573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200</a:t>
                      </a:r>
                      <a:r>
                        <a:rPr kumimoji="0" lang="en-US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5</a:t>
                      </a:r>
                    </a:p>
                  </a:txBody>
                  <a:tcPr marT="45733" marB="45733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32960" name="Group 196">
            <a:extLst>
              <a:ext uri="{FF2B5EF4-FFF2-40B4-BE49-F238E27FC236}">
                <a16:creationId xmlns:a16="http://schemas.microsoft.com/office/drawing/2014/main" id="{FF3D2CE5-9231-412D-9DCA-4FE346B01A7A}"/>
              </a:ext>
            </a:extLst>
          </p:cNvPr>
          <p:cNvGraphicFramePr>
            <a:graphicFrameLocks noGrp="1"/>
          </p:cNvGraphicFramePr>
          <p:nvPr/>
        </p:nvGraphicFramePr>
        <p:xfrm>
          <a:off x="3581400" y="5410200"/>
          <a:ext cx="2133600" cy="1098551"/>
        </p:xfrm>
        <a:graphic>
          <a:graphicData uri="http://schemas.openxmlformats.org/drawingml/2006/table">
            <a:tbl>
              <a:tblPr/>
              <a:tblGrid>
                <a:gridCol w="990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866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</a:t>
                      </a: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:   base</a:t>
                      </a:r>
                    </a:p>
                  </a:txBody>
                  <a:tcPr marT="45733" marB="45733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3</a:t>
                      </a:r>
                    </a:p>
                  </a:txBody>
                  <a:tcPr marT="45733" marB="4573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1000</a:t>
                      </a:r>
                      <a:endParaRPr kumimoji="0" 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33" marB="45733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6819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char: ch</a:t>
                      </a:r>
                    </a:p>
                  </a:txBody>
                  <a:tcPr marT="45733" marB="45733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‘$’</a:t>
                      </a:r>
                    </a:p>
                  </a:txBody>
                  <a:tcPr marT="45733" marB="4573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1004</a:t>
                      </a:r>
                      <a:endParaRPr kumimoji="0" lang="en-US" sz="1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33" marB="45733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866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int: i</a:t>
                      </a:r>
                    </a:p>
                  </a:txBody>
                  <a:tcPr marT="45733" marB="45733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4</a:t>
                      </a:r>
                    </a:p>
                  </a:txBody>
                  <a:tcPr marT="45733" marB="4573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</a:t>
                      </a:r>
                      <a:r>
                        <a:rPr kumimoji="0" lang="en-US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5</a:t>
                      </a:r>
                    </a:p>
                  </a:txBody>
                  <a:tcPr marT="45733" marB="45733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9" name="Slide Number Placeholder 3">
            <a:extLst>
              <a:ext uri="{FF2B5EF4-FFF2-40B4-BE49-F238E27FC236}">
                <a16:creationId xmlns:a16="http://schemas.microsoft.com/office/drawing/2014/main" id="{90C30BD2-5F06-4E04-AA4B-5F81EC172F74}"/>
              </a:ext>
            </a:extLst>
          </p:cNvPr>
          <p:cNvSpPr txBox="1">
            <a:spLocks/>
          </p:cNvSpPr>
          <p:nvPr/>
        </p:nvSpPr>
        <p:spPr>
          <a:xfrm>
            <a:off x="0" y="1271588"/>
            <a:ext cx="533400" cy="244475"/>
          </a:xfrm>
          <a:prstGeom prst="rect">
            <a:avLst/>
          </a:prstGeom>
        </p:spPr>
        <p:txBody>
          <a:bodyPr anchor="ctr">
            <a:norm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80000"/>
              </a:lnSpc>
            </a:pPr>
            <a:fld id="{B7F4F113-A0E4-497F-A75B-61D05653BB44}" type="slidenum">
              <a:rPr lang="he-IL" altLang="he-IL" sz="1200" b="1">
                <a:solidFill>
                  <a:srgbClr val="FFFFFF"/>
                </a:solidFill>
              </a:rPr>
              <a:pPr algn="ctr" eaLnBrk="1" hangingPunct="1">
                <a:lnSpc>
                  <a:spcPct val="80000"/>
                </a:lnSpc>
              </a:pPr>
              <a:t>22</a:t>
            </a:fld>
            <a:endParaRPr lang="en-US" altLang="he-IL" sz="1200" b="1">
              <a:solidFill>
                <a:srgbClr val="FFFFFF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mph" presetSubtype="1" nodeType="click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set>
                                      <p:cBhvr override="childStyle">
                                        <p:cTn id="6" dur="indefinite"/>
                                        <p:tgtEl>
                                          <p:spTgt spid="3174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style.fontStyle</p:attrName>
                                        </p:attrNameLst>
                                      </p:cBhvr>
                                      <p:to>
                                        <p:strVal val="normal"/>
                                      </p:to>
                                    </p:set>
                                    <p:set>
                                      <p:cBhvr override="childStyle">
                                        <p:cTn id="7" dur="indefinite"/>
                                        <p:tgtEl>
                                          <p:spTgt spid="3174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  <p:set>
                                      <p:cBhvr override="childStyle">
                                        <p:cTn id="8" dur="indefinite"/>
                                        <p:tgtEl>
                                          <p:spTgt spid="3174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fals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6" dur="500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9" dur="500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5" dur="500"/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5" presetClass="emph" presetSubtype="1" nodeType="click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set>
                                      <p:cBhvr override="childStyle">
                                        <p:cTn id="38" dur="indefinite"/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style.fontStyle</p:attrName>
                                        </p:attrNameLst>
                                      </p:cBhvr>
                                      <p:to>
                                        <p:strVal val="normal"/>
                                      </p:to>
                                    </p:set>
                                    <p:set>
                                      <p:cBhvr override="childStyle">
                                        <p:cTn id="39" dur="indefinite"/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  <p:set>
                                      <p:cBhvr override="childStyle">
                                        <p:cTn id="40" dur="indefinite"/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fals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5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8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1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4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7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0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 nodeType="clickPar">
                      <p:stCondLst>
                        <p:cond delay="indefinite"/>
                      </p:stCondLst>
                      <p:childTnLst>
                        <p:par>
                          <p:cTn id="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2" presetID="5" presetClass="emph" presetSubtype="1" nodeType="click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set>
                                      <p:cBhvr override="childStyle">
                                        <p:cTn id="73" dur="indefinite"/>
                                        <p:tgtEl>
                                          <p:spTgt spid="317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style.fontStyle</p:attrName>
                                        </p:attrNameLst>
                                      </p:cBhvr>
                                      <p:to>
                                        <p:strVal val="normal"/>
                                      </p:to>
                                    </p:set>
                                    <p:set>
                                      <p:cBhvr override="childStyle">
                                        <p:cTn id="74" dur="indefinite"/>
                                        <p:tgtEl>
                                          <p:spTgt spid="317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  <p:set>
                                      <p:cBhvr override="childStyle">
                                        <p:cTn id="75" dur="indefinite"/>
                                        <p:tgtEl>
                                          <p:spTgt spid="317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fals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8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8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87" dur="500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90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 nodeType="clickPar">
                      <p:stCondLst>
                        <p:cond delay="indefinite"/>
                      </p:stCondLst>
                      <p:childTnLst>
                        <p:par>
                          <p:cTn id="9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3" presetID="5" presetClass="emph" presetSubtype="1" nodeType="click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set>
                                      <p:cBhvr override="childStyle">
                                        <p:cTn id="94" dur="indefinite"/>
                                        <p:tgtEl>
                                          <p:spTgt spid="317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style.fontStyle</p:attrName>
                                        </p:attrNameLst>
                                      </p:cBhvr>
                                      <p:to>
                                        <p:strVal val="normal"/>
                                      </p:to>
                                    </p:set>
                                    <p:set>
                                      <p:cBhvr override="childStyle">
                                        <p:cTn id="95" dur="indefinite"/>
                                        <p:tgtEl>
                                          <p:spTgt spid="317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  <p:set>
                                      <p:cBhvr override="childStyle">
                                        <p:cTn id="96" dur="indefinite"/>
                                        <p:tgtEl>
                                          <p:spTgt spid="317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fals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 nodeType="clickPar">
                      <p:stCondLst>
                        <p:cond delay="indefinite"/>
                      </p:stCondLst>
                      <p:childTnLst>
                        <p:par>
                          <p:cTn id="9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9" presetID="5" presetClass="emph" presetSubtype="1" nodeType="click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set>
                                      <p:cBhvr override="childStyle">
                                        <p:cTn id="100" dur="indefinite"/>
                                        <p:tgtEl>
                                          <p:spTgt spid="317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style.fontStyle</p:attrName>
                                        </p:attrNameLst>
                                      </p:cBhvr>
                                      <p:to>
                                        <p:strVal val="normal"/>
                                      </p:to>
                                    </p:set>
                                    <p:set>
                                      <p:cBhvr override="childStyle">
                                        <p:cTn id="101" dur="indefinite"/>
                                        <p:tgtEl>
                                          <p:spTgt spid="317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  <p:set>
                                      <p:cBhvr override="childStyle">
                                        <p:cTn id="102" dur="indefinite"/>
                                        <p:tgtEl>
                                          <p:spTgt spid="317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fals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5" presetClass="emph" presetSubtype="1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set>
                                      <p:cBhvr override="childStyle">
                                        <p:cTn id="104" dur="indefinite"/>
                                        <p:tgtEl>
                                          <p:spTgt spid="3174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style.fontStyle</p:attrName>
                                        </p:attrNameLst>
                                      </p:cBhvr>
                                      <p:to>
                                        <p:strVal val="normal"/>
                                      </p:to>
                                    </p:set>
                                    <p:set>
                                      <p:cBhvr override="childStyle">
                                        <p:cTn id="105" dur="indefinite"/>
                                        <p:tgtEl>
                                          <p:spTgt spid="3174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  <p:set>
                                      <p:cBhvr override="childStyle">
                                        <p:cTn id="106" dur="indefinite"/>
                                        <p:tgtEl>
                                          <p:spTgt spid="3174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fals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 nodeType="clickPar">
                      <p:stCondLst>
                        <p:cond delay="indefinite"/>
                      </p:stCondLst>
                      <p:childTnLst>
                        <p:par>
                          <p:cTn id="1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3" presetID="5" presetClass="emph" presetSubtype="1" nodeType="click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set>
                                      <p:cBhvr override="childStyle">
                                        <p:cTn id="114" dur="indefinite"/>
                                        <p:tgtEl>
                                          <p:spTgt spid="3174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style.fontStyle</p:attrName>
                                        </p:attrNameLst>
                                      </p:cBhvr>
                                      <p:to>
                                        <p:strVal val="normal"/>
                                      </p:to>
                                    </p:set>
                                    <p:set>
                                      <p:cBhvr override="childStyle">
                                        <p:cTn id="115" dur="indefinite"/>
                                        <p:tgtEl>
                                          <p:spTgt spid="3174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  <p:set>
                                      <p:cBhvr override="childStyle">
                                        <p:cTn id="116" dur="indefinite"/>
                                        <p:tgtEl>
                                          <p:spTgt spid="3174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fals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 nodeType="clickPar">
                      <p:stCondLst>
                        <p:cond delay="indefinite"/>
                      </p:stCondLst>
                      <p:childTnLst>
                        <p:par>
                          <p:cTn id="1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9" presetID="5" presetClass="emph" presetSubtype="1" nodeType="click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set>
                                      <p:cBhvr override="childStyle">
                                        <p:cTn id="120" dur="indefinite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style.fontStyle</p:attrName>
                                        </p:attrNameLst>
                                      </p:cBhvr>
                                      <p:to>
                                        <p:strVal val="normal"/>
                                      </p:to>
                                    </p:set>
                                    <p:set>
                                      <p:cBhvr override="childStyle">
                                        <p:cTn id="121" dur="indefinite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  <p:set>
                                      <p:cBhvr override="childStyle">
                                        <p:cTn id="122" dur="indefinite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fals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5" dur="500"/>
                                        <p:tgtEl>
                                          <p:spTgt spid="1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8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1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2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5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8" presetID="4" presetClass="entr" presetSubtype="16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4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 nodeType="clickPar">
                      <p:stCondLst>
                        <p:cond delay="indefinite"/>
                      </p:stCondLst>
                      <p:childTnLst>
                        <p:par>
                          <p:cTn id="1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3" presetID="5" presetClass="emph" presetSubtype="1" grpId="1" nodeType="click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set>
                                      <p:cBhvr override="childStyle">
                                        <p:cTn id="144" dur="indefinite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style.fontStyle</p:attrName>
                                        </p:attrNameLst>
                                      </p:cBhvr>
                                      <p:to>
                                        <p:strVal val="normal"/>
                                      </p:to>
                                    </p:set>
                                    <p:set>
                                      <p:cBhvr override="childStyle">
                                        <p:cTn id="145" dur="indefinite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  <p:set>
                                      <p:cBhvr override="childStyle">
                                        <p:cTn id="146" dur="indefinite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fals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9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0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 nodeType="clickPar">
                      <p:stCondLst>
                        <p:cond delay="indefinite"/>
                      </p:stCondLst>
                      <p:childTnLst>
                        <p:par>
                          <p:cTn id="1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3" presetID="5" presetClass="emph" presetSubtype="1" grpId="1" nodeType="click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set>
                                      <p:cBhvr override="childStyle">
                                        <p:cTn id="154" dur="indefinite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style.fontStyle</p:attrName>
                                        </p:attrNameLst>
                                      </p:cBhvr>
                                      <p:to>
                                        <p:strVal val="normal"/>
                                      </p:to>
                                    </p:set>
                                    <p:set>
                                      <p:cBhvr override="childStyle">
                                        <p:cTn id="155" dur="indefinite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  <p:set>
                                      <p:cBhvr override="childStyle">
                                        <p:cTn id="156" dur="indefinite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fals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 nodeType="clickPar">
                      <p:stCondLst>
                        <p:cond delay="indefinite"/>
                      </p:stCondLst>
                      <p:childTnLst>
                        <p:par>
                          <p:cTn id="1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9" presetID="5" presetClass="emph" presetSubtype="1" nodeType="click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set>
                                      <p:cBhvr override="childStyle">
                                        <p:cTn id="160" dur="indefinite"/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style.fontStyle</p:attrName>
                                        </p:attrNameLst>
                                      </p:cBhvr>
                                      <p:to>
                                        <p:strVal val="normal"/>
                                      </p:to>
                                    </p:set>
                                    <p:set>
                                      <p:cBhvr override="childStyle">
                                        <p:cTn id="161" dur="indefinite"/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  <p:set>
                                      <p:cBhvr override="childStyle">
                                        <p:cTn id="162" dur="indefinite"/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fals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 nodeType="clickPar">
                      <p:stCondLst>
                        <p:cond delay="indefinite"/>
                      </p:stCondLst>
                      <p:childTnLst>
                        <p:par>
                          <p:cTn id="1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5" presetID="5" presetClass="emph" presetSubtype="1" nodeType="click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set>
                                      <p:cBhvr override="childStyle">
                                        <p:cTn id="166" dur="indefinite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style.fontStyle</p:attrName>
                                        </p:attrNameLst>
                                      </p:cBhvr>
                                      <p:to>
                                        <p:strVal val="normal"/>
                                      </p:to>
                                    </p:set>
                                    <p:set>
                                      <p:cBhvr override="childStyle">
                                        <p:cTn id="167" dur="indefinite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  <p:set>
                                      <p:cBhvr override="childStyle">
                                        <p:cTn id="168" dur="indefinite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fals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9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1" dur="50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2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5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8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80" dur="500"/>
                                        <p:tgtEl>
                                          <p:spTgt spid="329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1" fill="hold" nodeType="clickPar">
                      <p:stCondLst>
                        <p:cond delay="indefinite"/>
                      </p:stCondLst>
                      <p:childTnLst>
                        <p:par>
                          <p:cTn id="1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3" presetID="5" presetClass="emph" presetSubtype="1" grpId="1" nodeType="click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set>
                                      <p:cBhvr override="childStyle">
                                        <p:cTn id="184" dur="indefinite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style.fontStyle</p:attrName>
                                        </p:attrNameLst>
                                      </p:cBhvr>
                                      <p:to>
                                        <p:strVal val="normal"/>
                                      </p:to>
                                    </p:set>
                                    <p:set>
                                      <p:cBhvr override="childStyle">
                                        <p:cTn id="185" dur="indefinite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  <p:set>
                                      <p:cBhvr override="childStyle">
                                        <p:cTn id="186" dur="indefinite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fals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9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0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1" fill="hold" nodeType="clickPar">
                      <p:stCondLst>
                        <p:cond delay="indefinite"/>
                      </p:stCondLst>
                      <p:childTnLst>
                        <p:par>
                          <p:cTn id="19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3" presetID="5" presetClass="emph" presetSubtype="1" grpId="1" nodeType="click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set>
                                      <p:cBhvr override="childStyle">
                                        <p:cTn id="194" dur="indefinite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style.fontStyle</p:attrName>
                                        </p:attrNameLst>
                                      </p:cBhvr>
                                      <p:to>
                                        <p:strVal val="normal"/>
                                      </p:to>
                                    </p:set>
                                    <p:set>
                                      <p:cBhvr override="childStyle">
                                        <p:cTn id="195" dur="indefinite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  <p:set>
                                      <p:cBhvr override="childStyle">
                                        <p:cTn id="196" dur="indefinite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fals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7" fill="hold" nodeType="clickPar">
                      <p:stCondLst>
                        <p:cond delay="indefinite"/>
                      </p:stCondLst>
                      <p:childTnLst>
                        <p:par>
                          <p:cTn id="19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9" presetID="5" presetClass="emph" presetSubtype="1" nodeType="click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set>
                                      <p:cBhvr override="childStyle">
                                        <p:cTn id="200" dur="indefinite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style.fontStyle</p:attrName>
                                        </p:attrNameLst>
                                      </p:cBhvr>
                                      <p:to>
                                        <p:strVal val="normal"/>
                                      </p:to>
                                    </p:set>
                                    <p:set>
                                      <p:cBhvr override="childStyle">
                                        <p:cTn id="201" dur="indefinite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  <p:set>
                                      <p:cBhvr override="childStyle">
                                        <p:cTn id="202" dur="indefinite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fals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3" fill="hold" nodeType="clickPar">
                      <p:stCondLst>
                        <p:cond delay="indefinite"/>
                      </p:stCondLst>
                      <p:childTnLst>
                        <p:par>
                          <p:cTn id="20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5" presetID="5" presetClass="emph" presetSubtype="1" grpId="1" nodeType="click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set>
                                      <p:cBhvr override="childStyle">
                                        <p:cTn id="206" dur="indefinite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style.fontStyle</p:attrName>
                                        </p:attrNameLst>
                                      </p:cBhvr>
                                      <p:to>
                                        <p:strVal val="normal"/>
                                      </p:to>
                                    </p:set>
                                    <p:set>
                                      <p:cBhvr override="childStyle">
                                        <p:cTn id="207" dur="indefinite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  <p:set>
                                      <p:cBhvr override="childStyle">
                                        <p:cTn id="208" dur="indefinite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fals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1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2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3" fill="hold" nodeType="clickPar">
                      <p:stCondLst>
                        <p:cond delay="indefinite"/>
                      </p:stCondLst>
                      <p:childTnLst>
                        <p:par>
                          <p:cTn id="2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5" presetID="5" presetClass="emph" presetSubtype="1" grpId="2" nodeType="click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set>
                                      <p:cBhvr override="childStyle">
                                        <p:cTn id="216" dur="indefinite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style.fontStyle</p:attrName>
                                        </p:attrNameLst>
                                      </p:cBhvr>
                                      <p:to>
                                        <p:strVal val="normal"/>
                                      </p:to>
                                    </p:set>
                                    <p:set>
                                      <p:cBhvr override="childStyle">
                                        <p:cTn id="217" dur="indefinite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  <p:set>
                                      <p:cBhvr override="childStyle">
                                        <p:cTn id="218" dur="indefinite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fals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9" fill="hold" nodeType="clickPar">
                      <p:stCondLst>
                        <p:cond delay="indefinite"/>
                      </p:stCondLst>
                      <p:childTnLst>
                        <p:par>
                          <p:cTn id="2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1" presetID="5" presetClass="emph" presetSubtype="1" nodeType="click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set>
                                      <p:cBhvr override="childStyle">
                                        <p:cTn id="222" dur="indefinite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style.fontStyle</p:attrName>
                                        </p:attrNameLst>
                                      </p:cBhvr>
                                      <p:to>
                                        <p:strVal val="normal"/>
                                      </p:to>
                                    </p:set>
                                    <p:set>
                                      <p:cBhvr override="childStyle">
                                        <p:cTn id="223" dur="indefinite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  <p:set>
                                      <p:cBhvr override="childStyle">
                                        <p:cTn id="224" dur="indefinite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fals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5" fill="hold" nodeType="clickPar">
                      <p:stCondLst>
                        <p:cond delay="indefinite"/>
                      </p:stCondLst>
                      <p:childTnLst>
                        <p:par>
                          <p:cTn id="2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7" presetID="5" presetClass="emph" presetSubtype="1" nodeType="click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set>
                                      <p:cBhvr override="childStyle">
                                        <p:cTn id="228" dur="indefinite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style.fontStyle</p:attrName>
                                        </p:attrNameLst>
                                      </p:cBhvr>
                                      <p:to>
                                        <p:strVal val="normal"/>
                                      </p:to>
                                    </p:set>
                                    <p:set>
                                      <p:cBhvr override="childStyle">
                                        <p:cTn id="229" dur="indefinite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  <p:set>
                                      <p:cBhvr override="childStyle">
                                        <p:cTn id="230" dur="indefinite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fals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1" presetID="4" presetClass="exit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232" dur="500"/>
                                        <p:tgtEl>
                                          <p:spTgt spid="3296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9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4" presetID="4" presetClass="exit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23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7" presetID="4" presetClass="exit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23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0" presetID="4" presetClass="exit" presetSubtype="16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24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3" presetID="4" presetClass="exit" presetSubtype="16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24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6" presetID="4" presetClass="exit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247" dur="50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9" fill="hold" nodeType="clickPar">
                      <p:stCondLst>
                        <p:cond delay="indefinite"/>
                      </p:stCondLst>
                      <p:childTnLst>
                        <p:par>
                          <p:cTn id="2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1" presetID="5" presetClass="emph" presetSubtype="1" grpId="1" nodeType="click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set>
                                      <p:cBhvr override="childStyle">
                                        <p:cTn id="252" dur="indefinite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style.fontStyle</p:attrName>
                                        </p:attrNameLst>
                                      </p:cBhvr>
                                      <p:to>
                                        <p:strVal val="normal"/>
                                      </p:to>
                                    </p:set>
                                    <p:set>
                                      <p:cBhvr override="childStyle">
                                        <p:cTn id="253" dur="indefinite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  <p:set>
                                      <p:cBhvr override="childStyle">
                                        <p:cTn id="254" dur="indefinite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fals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9" fill="hold" nodeType="clickPar">
                      <p:stCondLst>
                        <p:cond delay="indefinite"/>
                      </p:stCondLst>
                      <p:childTnLst>
                        <p:par>
                          <p:cTn id="2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1" presetID="5" presetClass="emph" presetSubtype="1" grpId="2" nodeType="click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set>
                                      <p:cBhvr override="childStyle">
                                        <p:cTn id="262" dur="indefinite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style.fontStyle</p:attrName>
                                        </p:attrNameLst>
                                      </p:cBhvr>
                                      <p:to>
                                        <p:strVal val="normal"/>
                                      </p:to>
                                    </p:set>
                                    <p:set>
                                      <p:cBhvr override="childStyle">
                                        <p:cTn id="263" dur="indefinite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  <p:set>
                                      <p:cBhvr override="childStyle">
                                        <p:cTn id="264" dur="indefinite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fals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5" fill="hold" nodeType="clickPar">
                      <p:stCondLst>
                        <p:cond delay="indefinite"/>
                      </p:stCondLst>
                      <p:childTnLst>
                        <p:par>
                          <p:cTn id="2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7" presetID="5" presetClass="emph" presetSubtype="1" nodeType="click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set>
                                      <p:cBhvr override="childStyle">
                                        <p:cTn id="268" dur="indefinite"/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style.fontStyle</p:attrName>
                                        </p:attrNameLst>
                                      </p:cBhvr>
                                      <p:to>
                                        <p:strVal val="normal"/>
                                      </p:to>
                                    </p:set>
                                    <p:set>
                                      <p:cBhvr override="childStyle">
                                        <p:cTn id="269" dur="indefinite"/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  <p:set>
                                      <p:cBhvr override="childStyle">
                                        <p:cTn id="270" dur="indefinite"/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fals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1" fill="hold" nodeType="clickPar">
                      <p:stCondLst>
                        <p:cond delay="indefinite"/>
                      </p:stCondLst>
                      <p:childTnLst>
                        <p:par>
                          <p:cTn id="2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3" presetID="5" presetClass="emph" presetSubtype="1" nodeType="click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set>
                                      <p:cBhvr override="childStyle">
                                        <p:cTn id="274" dur="indefinite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style.fontStyle</p:attrName>
                                        </p:attrNameLst>
                                      </p:cBhvr>
                                      <p:to>
                                        <p:strVal val="normal"/>
                                      </p:to>
                                    </p:set>
                                    <p:set>
                                      <p:cBhvr override="childStyle">
                                        <p:cTn id="275" dur="indefinite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  <p:set>
                                      <p:cBhvr override="childStyle">
                                        <p:cTn id="276" dur="indefinite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fals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7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9" dur="50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0" presetID="4" presetClass="entr" presetSubtype="16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8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3" presetID="4" presetClass="entr" presetSubtype="16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8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6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8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9" fill="hold" nodeType="clickPar">
                      <p:stCondLst>
                        <p:cond delay="indefinite"/>
                      </p:stCondLst>
                      <p:childTnLst>
                        <p:par>
                          <p:cTn id="2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1" presetID="5" presetClass="emph" presetSubtype="1" grpId="2" nodeType="click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set>
                                      <p:cBhvr override="childStyle">
                                        <p:cTn id="292" dur="indefinite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style.fontStyle</p:attrName>
                                        </p:attrNameLst>
                                      </p:cBhvr>
                                      <p:to>
                                        <p:strVal val="normal"/>
                                      </p:to>
                                    </p:set>
                                    <p:set>
                                      <p:cBhvr override="childStyle">
                                        <p:cTn id="293" dur="indefinite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  <p:set>
                                      <p:cBhvr override="childStyle">
                                        <p:cTn id="294" dur="indefinite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fals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5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97" dur="500"/>
                                        <p:tgtEl>
                                          <p:spTgt spid="330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8" fill="hold" nodeType="clickPar">
                      <p:stCondLst>
                        <p:cond delay="indefinite"/>
                      </p:stCondLst>
                      <p:childTnLst>
                        <p:par>
                          <p:cTn id="29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0" presetID="5" presetClass="emph" presetSubtype="1" grpId="3" nodeType="click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set>
                                      <p:cBhvr override="childStyle">
                                        <p:cTn id="301" dur="indefinite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style.fontStyle</p:attrName>
                                        </p:attrNameLst>
                                      </p:cBhvr>
                                      <p:to>
                                        <p:strVal val="normal"/>
                                      </p:to>
                                    </p:set>
                                    <p:set>
                                      <p:cBhvr override="childStyle">
                                        <p:cTn id="302" dur="indefinite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  <p:set>
                                      <p:cBhvr override="childStyle">
                                        <p:cTn id="303" dur="indefinite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fals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4" fill="hold" nodeType="clickPar">
                      <p:stCondLst>
                        <p:cond delay="indefinite"/>
                      </p:stCondLst>
                      <p:childTnLst>
                        <p:par>
                          <p:cTn id="30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6" presetID="5" presetClass="emph" presetSubtype="1" nodeType="click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set>
                                      <p:cBhvr override="childStyle">
                                        <p:cTn id="307" dur="indefinite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style.fontStyle</p:attrName>
                                        </p:attrNameLst>
                                      </p:cBhvr>
                                      <p:to>
                                        <p:strVal val="normal"/>
                                      </p:to>
                                    </p:set>
                                    <p:set>
                                      <p:cBhvr override="childStyle">
                                        <p:cTn id="308" dur="indefinite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  <p:set>
                                      <p:cBhvr override="childStyle">
                                        <p:cTn id="309" dur="indefinite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fals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0" fill="hold" nodeType="clickPar">
                      <p:stCondLst>
                        <p:cond delay="indefinite"/>
                      </p:stCondLst>
                      <p:childTnLst>
                        <p:par>
                          <p:cTn id="3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2" presetID="5" presetClass="emph" presetSubtype="1" grpId="2" nodeType="click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set>
                                      <p:cBhvr override="childStyle">
                                        <p:cTn id="313" dur="indefinite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style.fontStyle</p:attrName>
                                        </p:attrNameLst>
                                      </p:cBhvr>
                                      <p:to>
                                        <p:strVal val="normal"/>
                                      </p:to>
                                    </p:set>
                                    <p:set>
                                      <p:cBhvr override="childStyle">
                                        <p:cTn id="314" dur="indefinite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  <p:set>
                                      <p:cBhvr override="childStyle">
                                        <p:cTn id="315" dur="indefinite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fals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6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1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9" fill="hold" nodeType="clickPar">
                      <p:stCondLst>
                        <p:cond delay="indefinite"/>
                      </p:stCondLst>
                      <p:childTnLst>
                        <p:par>
                          <p:cTn id="3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1" presetID="5" presetClass="emph" presetSubtype="1" grpId="4" nodeType="click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set>
                                      <p:cBhvr override="childStyle">
                                        <p:cTn id="322" dur="indefinite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style.fontStyle</p:attrName>
                                        </p:attrNameLst>
                                      </p:cBhvr>
                                      <p:to>
                                        <p:strVal val="normal"/>
                                      </p:to>
                                    </p:set>
                                    <p:set>
                                      <p:cBhvr override="childStyle">
                                        <p:cTn id="323" dur="indefinite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  <p:set>
                                      <p:cBhvr override="childStyle">
                                        <p:cTn id="324" dur="indefinite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fals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5" fill="hold" nodeType="clickPar">
                      <p:stCondLst>
                        <p:cond delay="indefinite"/>
                      </p:stCondLst>
                      <p:childTnLst>
                        <p:par>
                          <p:cTn id="3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7" presetID="5" presetClass="emph" presetSubtype="1" nodeType="click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set>
                                      <p:cBhvr override="childStyle">
                                        <p:cTn id="328" dur="indefinite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style.fontStyle</p:attrName>
                                        </p:attrNameLst>
                                      </p:cBhvr>
                                      <p:to>
                                        <p:strVal val="normal"/>
                                      </p:to>
                                    </p:set>
                                    <p:set>
                                      <p:cBhvr override="childStyle">
                                        <p:cTn id="329" dur="indefinite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  <p:set>
                                      <p:cBhvr override="childStyle">
                                        <p:cTn id="330" dur="indefinite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fals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1" fill="hold" nodeType="clickPar">
                      <p:stCondLst>
                        <p:cond delay="indefinite"/>
                      </p:stCondLst>
                      <p:childTnLst>
                        <p:par>
                          <p:cTn id="3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3" presetID="5" presetClass="emph" presetSubtype="1" grpId="3" nodeType="click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set>
                                      <p:cBhvr override="childStyle">
                                        <p:cTn id="334" dur="indefinite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style.fontStyle</p:attrName>
                                        </p:attrNameLst>
                                      </p:cBhvr>
                                      <p:to>
                                        <p:strVal val="normal"/>
                                      </p:to>
                                    </p:set>
                                    <p:set>
                                      <p:cBhvr override="childStyle">
                                        <p:cTn id="335" dur="indefinite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  <p:set>
                                      <p:cBhvr override="childStyle">
                                        <p:cTn id="336" dur="indefinite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fals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7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3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0" fill="hold" nodeType="clickPar">
                      <p:stCondLst>
                        <p:cond delay="indefinite"/>
                      </p:stCondLst>
                      <p:childTnLst>
                        <p:par>
                          <p:cTn id="3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2" presetID="5" presetClass="emph" presetSubtype="1" grpId="5" nodeType="click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set>
                                      <p:cBhvr override="childStyle">
                                        <p:cTn id="343" dur="indefinite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style.fontStyle</p:attrName>
                                        </p:attrNameLst>
                                      </p:cBhvr>
                                      <p:to>
                                        <p:strVal val="normal"/>
                                      </p:to>
                                    </p:set>
                                    <p:set>
                                      <p:cBhvr override="childStyle">
                                        <p:cTn id="344" dur="indefinite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  <p:set>
                                      <p:cBhvr override="childStyle">
                                        <p:cTn id="345" dur="indefinite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fals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6" fill="hold" nodeType="clickPar">
                      <p:stCondLst>
                        <p:cond delay="indefinite"/>
                      </p:stCondLst>
                      <p:childTnLst>
                        <p:par>
                          <p:cTn id="3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8" presetID="5" presetClass="emph" presetSubtype="1" nodeType="click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set>
                                      <p:cBhvr override="childStyle">
                                        <p:cTn id="349" dur="indefinite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style.fontStyle</p:attrName>
                                        </p:attrNameLst>
                                      </p:cBhvr>
                                      <p:to>
                                        <p:strVal val="normal"/>
                                      </p:to>
                                    </p:set>
                                    <p:set>
                                      <p:cBhvr override="childStyle">
                                        <p:cTn id="350" dur="indefinite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  <p:set>
                                      <p:cBhvr override="childStyle">
                                        <p:cTn id="351" dur="indefinite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fals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2" fill="hold" nodeType="clickPar">
                      <p:stCondLst>
                        <p:cond delay="indefinite"/>
                      </p:stCondLst>
                      <p:childTnLst>
                        <p:par>
                          <p:cTn id="3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4" presetID="5" presetClass="emph" presetSubtype="1" nodeType="click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set>
                                      <p:cBhvr override="childStyle">
                                        <p:cTn id="355" dur="indefinite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style.fontStyle</p:attrName>
                                        </p:attrNameLst>
                                      </p:cBhvr>
                                      <p:to>
                                        <p:strVal val="normal"/>
                                      </p:to>
                                    </p:set>
                                    <p:set>
                                      <p:cBhvr override="childStyle">
                                        <p:cTn id="356" dur="indefinite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  <p:set>
                                      <p:cBhvr override="childStyle">
                                        <p:cTn id="357" dur="indefinite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fals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8" presetID="4" presetClass="exit" presetSubtype="16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35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1" presetID="4" presetClass="exit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36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4" presetID="4" presetClass="exit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36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7" presetID="4" presetClass="exit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368" dur="500"/>
                                        <p:tgtEl>
                                          <p:spTgt spid="330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0" presetID="4" presetClass="exit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37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3" presetID="4" presetClass="exit" presetSubtype="16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37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6" presetID="4" presetClass="exit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377" dur="50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9" fill="hold" nodeType="clickPar">
                      <p:stCondLst>
                        <p:cond delay="indefinite"/>
                      </p:stCondLst>
                      <p:childTnLst>
                        <p:par>
                          <p:cTn id="3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1" presetID="5" presetClass="emph" presetSubtype="1" grpId="2" nodeType="click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set>
                                      <p:cBhvr override="childStyle">
                                        <p:cTn id="382" dur="indefinite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style.fontStyle</p:attrName>
                                        </p:attrNameLst>
                                      </p:cBhvr>
                                      <p:to>
                                        <p:strVal val="normal"/>
                                      </p:to>
                                    </p:set>
                                    <p:set>
                                      <p:cBhvr override="childStyle">
                                        <p:cTn id="383" dur="indefinite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  <p:set>
                                      <p:cBhvr override="childStyle">
                                        <p:cTn id="384" dur="indefinite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fals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5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8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8" fill="hold" nodeType="clickPar">
                      <p:stCondLst>
                        <p:cond delay="indefinite"/>
                      </p:stCondLst>
                      <p:childTnLst>
                        <p:par>
                          <p:cTn id="3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0" presetID="5" presetClass="emph" presetSubtype="1" grpId="3" nodeType="click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set>
                                      <p:cBhvr override="childStyle">
                                        <p:cTn id="391" dur="indefinite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style.fontStyle</p:attrName>
                                        </p:attrNameLst>
                                      </p:cBhvr>
                                      <p:to>
                                        <p:strVal val="normal"/>
                                      </p:to>
                                    </p:set>
                                    <p:set>
                                      <p:cBhvr override="childStyle">
                                        <p:cTn id="392" dur="indefinite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  <p:set>
                                      <p:cBhvr override="childStyle">
                                        <p:cTn id="393" dur="indefinite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fals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4" fill="hold" nodeType="clickPar">
                      <p:stCondLst>
                        <p:cond delay="indefinite"/>
                      </p:stCondLst>
                      <p:childTnLst>
                        <p:par>
                          <p:cTn id="39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6" presetID="5" presetClass="emph" presetSubtype="1" nodeType="click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set>
                                      <p:cBhvr override="childStyle">
                                        <p:cTn id="397" dur="indefinite"/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style.fontStyle</p:attrName>
                                        </p:attrNameLst>
                                      </p:cBhvr>
                                      <p:to>
                                        <p:strVal val="normal"/>
                                      </p:to>
                                    </p:set>
                                    <p:set>
                                      <p:cBhvr override="childStyle">
                                        <p:cTn id="398" dur="indefinite"/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  <p:set>
                                      <p:cBhvr override="childStyle">
                                        <p:cTn id="399" dur="indefinite"/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fals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0" fill="hold" nodeType="clickPar">
                      <p:stCondLst>
                        <p:cond delay="indefinite"/>
                      </p:stCondLst>
                      <p:childTnLst>
                        <p:par>
                          <p:cTn id="40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2" presetID="5" presetClass="emph" presetSubtype="1" nodeType="click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set>
                                      <p:cBhvr override="childStyle">
                                        <p:cTn id="403" dur="indefinite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style.fontStyle</p:attrName>
                                        </p:attrNameLst>
                                      </p:cBhvr>
                                      <p:to>
                                        <p:strVal val="normal"/>
                                      </p:to>
                                    </p:set>
                                    <p:set>
                                      <p:cBhvr override="childStyle">
                                        <p:cTn id="404" dur="indefinite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  <p:set>
                                      <p:cBhvr override="childStyle">
                                        <p:cTn id="405" dur="indefinite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fals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6" presetID="4" presetClass="entr" presetSubtype="16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0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9" presetID="4" presetClass="entr" presetSubtype="16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1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2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14" dur="50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5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1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8" fill="hold" nodeType="clickPar">
                      <p:stCondLst>
                        <p:cond delay="indefinite"/>
                      </p:stCondLst>
                      <p:childTnLst>
                        <p:par>
                          <p:cTn id="4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0" presetID="5" presetClass="emph" presetSubtype="1" grpId="3" nodeType="click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set>
                                      <p:cBhvr override="childStyle">
                                        <p:cTn id="421" dur="indefinite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style.fontStyle</p:attrName>
                                        </p:attrNameLst>
                                      </p:cBhvr>
                                      <p:to>
                                        <p:strVal val="normal"/>
                                      </p:to>
                                    </p:set>
                                    <p:set>
                                      <p:cBhvr override="childStyle">
                                        <p:cTn id="422" dur="indefinite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  <p:set>
                                      <p:cBhvr override="childStyle">
                                        <p:cTn id="423" dur="indefinite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fals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4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2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7" fill="hold" nodeType="clickPar">
                      <p:stCondLst>
                        <p:cond delay="indefinite"/>
                      </p:stCondLst>
                      <p:childTnLst>
                        <p:par>
                          <p:cTn id="4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9" presetID="5" presetClass="emph" presetSubtype="1" grpId="6" nodeType="click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set>
                                      <p:cBhvr override="childStyle">
                                        <p:cTn id="430" dur="indefinite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style.fontStyle</p:attrName>
                                        </p:attrNameLst>
                                      </p:cBhvr>
                                      <p:to>
                                        <p:strVal val="normal"/>
                                      </p:to>
                                    </p:set>
                                    <p:set>
                                      <p:cBhvr override="childStyle">
                                        <p:cTn id="431" dur="indefinite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  <p:set>
                                      <p:cBhvr override="childStyle">
                                        <p:cTn id="432" dur="indefinite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fals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3" fill="hold" nodeType="clickPar">
                      <p:stCondLst>
                        <p:cond delay="indefinite"/>
                      </p:stCondLst>
                      <p:childTnLst>
                        <p:par>
                          <p:cTn id="4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5" presetID="5" presetClass="emph" presetSubtype="1" nodeType="click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set>
                                      <p:cBhvr override="childStyle">
                                        <p:cTn id="436" dur="indefinite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style.fontStyle</p:attrName>
                                        </p:attrNameLst>
                                      </p:cBhvr>
                                      <p:to>
                                        <p:strVal val="normal"/>
                                      </p:to>
                                    </p:set>
                                    <p:set>
                                      <p:cBhvr override="childStyle">
                                        <p:cTn id="437" dur="indefinite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  <p:set>
                                      <p:cBhvr override="childStyle">
                                        <p:cTn id="438" dur="indefinite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fals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9" fill="hold" nodeType="clickPar">
                      <p:stCondLst>
                        <p:cond delay="indefinite"/>
                      </p:stCondLst>
                      <p:childTnLst>
                        <p:par>
                          <p:cTn id="4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1" presetID="5" presetClass="emph" presetSubtype="1" grpId="4" nodeType="click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set>
                                      <p:cBhvr override="childStyle">
                                        <p:cTn id="442" dur="indefinite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style.fontStyle</p:attrName>
                                        </p:attrNameLst>
                                      </p:cBhvr>
                                      <p:to>
                                        <p:strVal val="normal"/>
                                      </p:to>
                                    </p:set>
                                    <p:set>
                                      <p:cBhvr override="childStyle">
                                        <p:cTn id="443" dur="indefinite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  <p:set>
                                      <p:cBhvr override="childStyle">
                                        <p:cTn id="444" dur="indefinite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fals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5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4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8" fill="hold" nodeType="clickPar">
                      <p:stCondLst>
                        <p:cond delay="indefinite"/>
                      </p:stCondLst>
                      <p:childTnLst>
                        <p:par>
                          <p:cTn id="4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0" presetID="5" presetClass="emph" presetSubtype="1" grpId="7" nodeType="click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set>
                                      <p:cBhvr override="childStyle">
                                        <p:cTn id="451" dur="indefinite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style.fontStyle</p:attrName>
                                        </p:attrNameLst>
                                      </p:cBhvr>
                                      <p:to>
                                        <p:strVal val="normal"/>
                                      </p:to>
                                    </p:set>
                                    <p:set>
                                      <p:cBhvr override="childStyle">
                                        <p:cTn id="452" dur="indefinite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  <p:set>
                                      <p:cBhvr override="childStyle">
                                        <p:cTn id="453" dur="indefinite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fals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4" fill="hold" nodeType="clickPar">
                      <p:stCondLst>
                        <p:cond delay="indefinite"/>
                      </p:stCondLst>
                      <p:childTnLst>
                        <p:par>
                          <p:cTn id="4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6" presetID="5" presetClass="emph" presetSubtype="1" nodeType="click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set>
                                      <p:cBhvr override="childStyle">
                                        <p:cTn id="457" dur="indefinite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style.fontStyle</p:attrName>
                                        </p:attrNameLst>
                                      </p:cBhvr>
                                      <p:to>
                                        <p:strVal val="normal"/>
                                      </p:to>
                                    </p:set>
                                    <p:set>
                                      <p:cBhvr override="childStyle">
                                        <p:cTn id="458" dur="indefinite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  <p:set>
                                      <p:cBhvr override="childStyle">
                                        <p:cTn id="459" dur="indefinite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fals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0" fill="hold" nodeType="clickPar">
                      <p:stCondLst>
                        <p:cond delay="indefinite"/>
                      </p:stCondLst>
                      <p:childTnLst>
                        <p:par>
                          <p:cTn id="4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2" presetID="5" presetClass="emph" presetSubtype="1" grpId="5" nodeType="click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set>
                                      <p:cBhvr override="childStyle">
                                        <p:cTn id="463" dur="indefinite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style.fontStyle</p:attrName>
                                        </p:attrNameLst>
                                      </p:cBhvr>
                                      <p:to>
                                        <p:strVal val="normal"/>
                                      </p:to>
                                    </p:set>
                                    <p:set>
                                      <p:cBhvr override="childStyle">
                                        <p:cTn id="464" dur="indefinite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  <p:set>
                                      <p:cBhvr override="childStyle">
                                        <p:cTn id="465" dur="indefinite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fals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6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6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9" fill="hold" nodeType="clickPar">
                      <p:stCondLst>
                        <p:cond delay="indefinite"/>
                      </p:stCondLst>
                      <p:childTnLst>
                        <p:par>
                          <p:cTn id="4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1" presetID="5" presetClass="emph" presetSubtype="1" grpId="8" nodeType="click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set>
                                      <p:cBhvr override="childStyle">
                                        <p:cTn id="472" dur="indefinite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style.fontStyle</p:attrName>
                                        </p:attrNameLst>
                                      </p:cBhvr>
                                      <p:to>
                                        <p:strVal val="normal"/>
                                      </p:to>
                                    </p:set>
                                    <p:set>
                                      <p:cBhvr override="childStyle">
                                        <p:cTn id="473" dur="indefinite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  <p:set>
                                      <p:cBhvr override="childStyle">
                                        <p:cTn id="474" dur="indefinite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fals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5" fill="hold" nodeType="clickPar">
                      <p:stCondLst>
                        <p:cond delay="indefinite"/>
                      </p:stCondLst>
                      <p:childTnLst>
                        <p:par>
                          <p:cTn id="4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7" presetID="5" presetClass="emph" presetSubtype="1" nodeType="click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set>
                                      <p:cBhvr override="childStyle">
                                        <p:cTn id="478" dur="indefinite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style.fontStyle</p:attrName>
                                        </p:attrNameLst>
                                      </p:cBhvr>
                                      <p:to>
                                        <p:strVal val="normal"/>
                                      </p:to>
                                    </p:set>
                                    <p:set>
                                      <p:cBhvr override="childStyle">
                                        <p:cTn id="479" dur="indefinite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  <p:set>
                                      <p:cBhvr override="childStyle">
                                        <p:cTn id="480" dur="indefinite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fals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1" fill="hold" nodeType="clickPar">
                      <p:stCondLst>
                        <p:cond delay="indefinite"/>
                      </p:stCondLst>
                      <p:childTnLst>
                        <p:par>
                          <p:cTn id="4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3" presetID="5" presetClass="emph" presetSubtype="1" grpId="6" nodeType="click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set>
                                      <p:cBhvr override="childStyle">
                                        <p:cTn id="484" dur="indefinite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style.fontStyle</p:attrName>
                                        </p:attrNameLst>
                                      </p:cBhvr>
                                      <p:to>
                                        <p:strVal val="normal"/>
                                      </p:to>
                                    </p:set>
                                    <p:set>
                                      <p:cBhvr override="childStyle">
                                        <p:cTn id="485" dur="indefinite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  <p:set>
                                      <p:cBhvr override="childStyle">
                                        <p:cTn id="486" dur="indefinite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fals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7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8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0" fill="hold" nodeType="clickPar">
                      <p:stCondLst>
                        <p:cond delay="indefinite"/>
                      </p:stCondLst>
                      <p:childTnLst>
                        <p:par>
                          <p:cTn id="49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2" presetID="5" presetClass="emph" presetSubtype="1" grpId="9" nodeType="click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set>
                                      <p:cBhvr override="childStyle">
                                        <p:cTn id="493" dur="indefinite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style.fontStyle</p:attrName>
                                        </p:attrNameLst>
                                      </p:cBhvr>
                                      <p:to>
                                        <p:strVal val="normal"/>
                                      </p:to>
                                    </p:set>
                                    <p:set>
                                      <p:cBhvr override="childStyle">
                                        <p:cTn id="494" dur="indefinite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  <p:set>
                                      <p:cBhvr override="childStyle">
                                        <p:cTn id="495" dur="indefinite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fals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6" fill="hold" nodeType="clickPar">
                      <p:stCondLst>
                        <p:cond delay="indefinite"/>
                      </p:stCondLst>
                      <p:childTnLst>
                        <p:par>
                          <p:cTn id="49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8" presetID="5" presetClass="emph" presetSubtype="1" nodeType="click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set>
                                      <p:cBhvr override="childStyle">
                                        <p:cTn id="499" dur="indefinite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style.fontStyle</p:attrName>
                                        </p:attrNameLst>
                                      </p:cBhvr>
                                      <p:to>
                                        <p:strVal val="normal"/>
                                      </p:to>
                                    </p:set>
                                    <p:set>
                                      <p:cBhvr override="childStyle">
                                        <p:cTn id="500" dur="indefinite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  <p:set>
                                      <p:cBhvr override="childStyle">
                                        <p:cTn id="501" dur="indefinite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fals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2" fill="hold" nodeType="clickPar">
                      <p:stCondLst>
                        <p:cond delay="indefinite"/>
                      </p:stCondLst>
                      <p:childTnLst>
                        <p:par>
                          <p:cTn id="50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4" presetID="5" presetClass="emph" presetSubtype="1" nodeType="click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set>
                                      <p:cBhvr override="childStyle">
                                        <p:cTn id="505" dur="indefinite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style.fontStyle</p:attrName>
                                        </p:attrNameLst>
                                      </p:cBhvr>
                                      <p:to>
                                        <p:strVal val="normal"/>
                                      </p:to>
                                    </p:set>
                                    <p:set>
                                      <p:cBhvr override="childStyle">
                                        <p:cTn id="506" dur="indefinite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  <p:set>
                                      <p:cBhvr override="childStyle">
                                        <p:cTn id="507" dur="indefinite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fals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8" presetID="4" presetClass="exit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50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1" presetID="4" presetClass="exit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51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4" presetID="4" presetClass="exit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51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7" presetID="4" presetClass="exit" presetSubtype="16" fill="hold" grpId="5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51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0" presetID="4" presetClass="exit" presetSubtype="16" fill="hold" grpId="5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52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3" presetID="4" presetClass="exit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52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6" presetID="4" presetClass="exit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52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9" presetID="4" presetClass="exit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530" dur="50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2" fill="hold" nodeType="clickPar">
                      <p:stCondLst>
                        <p:cond delay="indefinite"/>
                      </p:stCondLst>
                      <p:childTnLst>
                        <p:par>
                          <p:cTn id="5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4" presetID="5" presetClass="emph" presetSubtype="1" grpId="3" nodeType="click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set>
                                      <p:cBhvr override="childStyle">
                                        <p:cTn id="535" dur="indefinite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style.fontStyle</p:attrName>
                                        </p:attrNameLst>
                                      </p:cBhvr>
                                      <p:to>
                                        <p:strVal val="normal"/>
                                      </p:to>
                                    </p:set>
                                    <p:set>
                                      <p:cBhvr override="childStyle">
                                        <p:cTn id="536" dur="indefinite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  <p:set>
                                      <p:cBhvr override="childStyle">
                                        <p:cTn id="537" dur="indefinite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fals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8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40" dur="500"/>
                                        <p:tgtEl>
                                          <p:spTgt spid="329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1" fill="hold" nodeType="clickPar">
                      <p:stCondLst>
                        <p:cond delay="indefinite"/>
                      </p:stCondLst>
                      <p:childTnLst>
                        <p:par>
                          <p:cTn id="5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3" presetID="5" presetClass="emph" presetSubtype="1" grpId="4" nodeType="click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set>
                                      <p:cBhvr override="childStyle">
                                        <p:cTn id="544" dur="indefinite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style.fontStyle</p:attrName>
                                        </p:attrNameLst>
                                      </p:cBhvr>
                                      <p:to>
                                        <p:strVal val="normal"/>
                                      </p:to>
                                    </p:set>
                                    <p:set>
                                      <p:cBhvr override="childStyle">
                                        <p:cTn id="545" dur="indefinite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  <p:set>
                                      <p:cBhvr override="childStyle">
                                        <p:cTn id="546" dur="indefinite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fals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7" fill="hold" nodeType="clickPar">
                      <p:stCondLst>
                        <p:cond delay="indefinite"/>
                      </p:stCondLst>
                      <p:childTnLst>
                        <p:par>
                          <p:cTn id="5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9" presetID="5" presetClass="emph" presetSubtype="1" nodeType="click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set>
                                      <p:cBhvr override="childStyle">
                                        <p:cTn id="550" dur="indefinite"/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style.fontStyle</p:attrName>
                                        </p:attrNameLst>
                                      </p:cBhvr>
                                      <p:to>
                                        <p:strVal val="normal"/>
                                      </p:to>
                                    </p:set>
                                    <p:set>
                                      <p:cBhvr override="childStyle">
                                        <p:cTn id="551" dur="indefinite"/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  <p:set>
                                      <p:cBhvr override="childStyle">
                                        <p:cTn id="552" dur="indefinite"/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fals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3" presetID="4" presetClass="exit" presetSubtype="16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55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6" presetID="4" presetClass="exit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55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9" presetID="4" presetClass="exit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56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2" presetID="4" presetClass="exit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56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5" presetID="4" presetClass="exit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56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8" presetID="4" presetClass="exit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569" dur="500"/>
                                        <p:tgtEl>
                                          <p:spTgt spid="3296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9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1" presetID="4" presetClass="exit" presetSubtype="16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572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4" presetID="4" presetClass="exit" presetSubtype="16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575" dur="50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7" presetID="4" presetClass="exit" presetSubtype="16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578" dur="500"/>
                                        <p:tgtEl>
                                          <p:spTgt spid="1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0" fill="hold" nodeType="clickPar">
                      <p:stCondLst>
                        <p:cond delay="indefinite"/>
                      </p:stCondLst>
                      <p:childTnLst>
                        <p:par>
                          <p:cTn id="58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2" presetID="5" presetClass="emph" presetSubtype="1" nodeType="click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set>
                                      <p:cBhvr override="childStyle">
                                        <p:cTn id="583" dur="indefinite"/>
                                        <p:tgtEl>
                                          <p:spTgt spid="3174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style.fontStyle</p:attrName>
                                        </p:attrNameLst>
                                      </p:cBhvr>
                                      <p:to>
                                        <p:strVal val="normal"/>
                                      </p:to>
                                    </p:set>
                                    <p:set>
                                      <p:cBhvr override="childStyle">
                                        <p:cTn id="584" dur="indefinite"/>
                                        <p:tgtEl>
                                          <p:spTgt spid="3174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  <p:set>
                                      <p:cBhvr override="childStyle">
                                        <p:cTn id="585" dur="indefinite"/>
                                        <p:tgtEl>
                                          <p:spTgt spid="3174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fals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6" presetID="4" presetClass="exit" presetSubtype="16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58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8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9" presetID="4" presetClass="exit" presetSubtype="16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590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9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2" presetID="4" presetClass="exit" presetSubtype="16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593" dur="500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9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5" presetID="4" presetClass="exit" presetSubtype="16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59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9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8" presetID="4" presetClass="exit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59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0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1" presetID="4" presetClass="exit" presetSubtype="16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60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0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4" presetID="4" presetClass="exit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60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0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7" grpId="1"/>
      <p:bldP spid="10" grpId="0" build="allAtOnce" animBg="1"/>
      <p:bldP spid="10" grpId="1" build="allAtOnce" animBg="1"/>
      <p:bldP spid="11" grpId="0"/>
      <p:bldP spid="11" grpId="1"/>
      <p:bldP spid="12" grpId="0" build="allAtOnce" animBg="1"/>
      <p:bldP spid="12" grpId="1" build="allAtOnce" animBg="1"/>
      <p:bldP spid="13" grpId="0"/>
      <p:bldP spid="13" grpId="1"/>
      <p:bldP spid="13" grpId="2"/>
      <p:bldP spid="15" grpId="0"/>
      <p:bldP spid="15" grpId="1"/>
      <p:bldP spid="15" grpId="2"/>
      <p:bldP spid="15" grpId="3"/>
      <p:bldP spid="16" grpId="0"/>
      <p:bldP spid="16" grpId="1"/>
      <p:bldP spid="17" grpId="0"/>
      <p:bldP spid="17" grpId="1"/>
      <p:bldP spid="17" grpId="2"/>
      <p:bldP spid="17" grpId="3"/>
      <p:bldP spid="17" grpId="4"/>
      <p:bldP spid="18" grpId="0"/>
      <p:bldP spid="18" grpId="1"/>
      <p:bldP spid="18" grpId="2"/>
      <p:bldP spid="18" grpId="3"/>
      <p:bldP spid="18" grpId="4"/>
      <p:bldP spid="18" grpId="5"/>
      <p:bldP spid="18" grpId="6"/>
      <p:bldP spid="18" grpId="7"/>
      <p:bldP spid="18" grpId="8"/>
      <p:bldP spid="18" grpId="9"/>
      <p:bldP spid="19" grpId="0"/>
      <p:bldP spid="19" grpId="1"/>
      <p:bldP spid="19" grpId="2"/>
      <p:bldP spid="19" grpId="3"/>
      <p:bldP spid="19" grpId="4"/>
      <p:bldP spid="19" grpId="5"/>
      <p:bldP spid="19" grpId="6"/>
      <p:bldP spid="20" grpId="0"/>
      <p:bldP spid="20" grpId="1"/>
      <p:bldP spid="20" grpId="2"/>
      <p:bldP spid="20" grpId="3"/>
      <p:bldP spid="23" grpId="0" animBg="1"/>
      <p:bldP spid="23" grpId="1" animBg="1"/>
      <p:bldP spid="23" grpId="2" animBg="1"/>
      <p:bldP spid="23" grpId="3" animBg="1"/>
      <p:bldP spid="23" grpId="4" animBg="1"/>
      <p:bldP spid="23" grpId="5" animBg="1"/>
      <p:bldP spid="24" grpId="0"/>
      <p:bldP spid="24" grpId="1"/>
      <p:bldP spid="24" grpId="2"/>
      <p:bldP spid="24" grpId="3"/>
      <p:bldP spid="24" grpId="4"/>
      <p:bldP spid="24" grpId="5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>
            <a:extLst>
              <a:ext uri="{FF2B5EF4-FFF2-40B4-BE49-F238E27FC236}">
                <a16:creationId xmlns:a16="http://schemas.microsoft.com/office/drawing/2014/main" id="{014243C4-2251-489C-8B39-66D902EBC14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12775" y="228600"/>
            <a:ext cx="8153400" cy="990600"/>
          </a:xfrm>
        </p:spPr>
        <p:txBody>
          <a:bodyPr/>
          <a:lstStyle/>
          <a:p>
            <a:pPr algn="r" eaLnBrk="1" hangingPunct="1"/>
            <a:r>
              <a:rPr lang="he-IL" altLang="he-IL" sz="4000"/>
              <a:t>אבל, סטודנטים לעיתים נוטים לקצר כך:</a:t>
            </a:r>
            <a:endParaRPr lang="en-US" altLang="he-IL" sz="4000"/>
          </a:p>
        </p:txBody>
      </p:sp>
      <p:sp>
        <p:nvSpPr>
          <p:cNvPr id="31747" name="Rectangle 3">
            <a:extLst>
              <a:ext uri="{FF2B5EF4-FFF2-40B4-BE49-F238E27FC236}">
                <a16:creationId xmlns:a16="http://schemas.microsoft.com/office/drawing/2014/main" id="{E72138CE-3383-4695-B098-FD7D932CC1C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4876800"/>
          </a:xfrm>
        </p:spPr>
        <p:txBody>
          <a:bodyPr/>
          <a:lstStyle/>
          <a:p>
            <a:pPr algn="r" rtl="1" eaLnBrk="1" hangingPunct="1"/>
            <a:r>
              <a:rPr lang="he-IL" altLang="he-IL" sz="2400"/>
              <a:t>ניתן לעקוף חלקית את הרעיון של העברת ארגומנטים והחזרת ערך מפונקציות ע"י כך שפונקציה תבקש מהמשתמש את הנתונים ותדפיס בסוף את התוצאה</a:t>
            </a:r>
          </a:p>
          <a:p>
            <a:pPr lvl="1" algn="r" rtl="1" eaLnBrk="1" hangingPunct="1"/>
            <a:r>
              <a:rPr lang="he-IL" altLang="he-IL" sz="2000"/>
              <a:t>למשל, פונקציה המחשבת חזקה לא תקבל פרמטרים ולא תחזיר את התוצאה</a:t>
            </a:r>
          </a:p>
          <a:p>
            <a:pPr algn="r" rtl="1" eaLnBrk="1" hangingPunct="1"/>
            <a:r>
              <a:rPr lang="he-IL" altLang="he-IL" sz="2400"/>
              <a:t>לא נעשה זאת!</a:t>
            </a:r>
          </a:p>
          <a:p>
            <a:pPr algn="r" rtl="1" eaLnBrk="1" hangingPunct="1"/>
            <a:r>
              <a:rPr lang="he-IL" altLang="he-IL" sz="2400"/>
              <a:t>נמנע מלקלוט קלט בתוך פונקציה, אלא אם זה היעוד של הפונקציה</a:t>
            </a:r>
          </a:p>
          <a:p>
            <a:pPr algn="r" rtl="1" eaLnBrk="1" hangingPunct="1"/>
            <a:r>
              <a:rPr lang="he-IL" altLang="he-IL" sz="2400"/>
              <a:t>הסיבה: יתכן ופונקציה אחרת צריכה להשתמש בנתון המתקבל או להעביר נתון, ולא ניתן לצפות מי ישתמש בפונקציה שלנו</a:t>
            </a:r>
          </a:p>
          <a:p>
            <a:pPr lvl="1" algn="r" rtl="1" eaLnBrk="1" hangingPunct="1"/>
            <a:r>
              <a:rPr lang="he-IL" altLang="he-IL" sz="2000"/>
              <a:t>דוגמא: כמו בפונקציה</a:t>
            </a:r>
            <a:r>
              <a:rPr lang="en-US" altLang="he-IL" sz="2000"/>
              <a:t> </a:t>
            </a:r>
            <a:r>
              <a:rPr lang="he-IL" altLang="he-IL" sz="2000"/>
              <a:t> המציירת שורת תוים שנמצאת בשימוש פונקציה המציירת משולש</a:t>
            </a:r>
          </a:p>
          <a:p>
            <a:pPr algn="r" rtl="1" eaLnBrk="1" hangingPunct="1"/>
            <a:r>
              <a:rPr lang="he-IL" altLang="he-IL" sz="2400"/>
              <a:t>כדי לבדוק פונקציה, נקרא את הנתונים ב- </a:t>
            </a:r>
            <a:r>
              <a:rPr lang="en-US" altLang="he-IL" sz="2400"/>
              <a:t>main</a:t>
            </a:r>
            <a:r>
              <a:rPr lang="he-IL" altLang="he-IL" sz="2400"/>
              <a:t> ונעבירם לפונקציה. את התוצאה נדפיס ב- </a:t>
            </a:r>
            <a:r>
              <a:rPr lang="en-US" altLang="he-IL" sz="2400"/>
              <a:t>main</a:t>
            </a:r>
            <a:r>
              <a:rPr lang="he-IL" altLang="he-IL" sz="2400"/>
              <a:t>.</a:t>
            </a:r>
            <a:endParaRPr lang="en-US" altLang="he-IL" sz="2400"/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72B8FBA9-25AB-40E9-88E2-4D101DB9BF67}"/>
              </a:ext>
            </a:extLst>
          </p:cNvPr>
          <p:cNvSpPr txBox="1">
            <a:spLocks/>
          </p:cNvSpPr>
          <p:nvPr/>
        </p:nvSpPr>
        <p:spPr>
          <a:xfrm>
            <a:off x="0" y="1271588"/>
            <a:ext cx="533400" cy="244475"/>
          </a:xfrm>
          <a:prstGeom prst="rect">
            <a:avLst/>
          </a:prstGeom>
        </p:spPr>
        <p:txBody>
          <a:bodyPr anchor="ctr">
            <a:norm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80000"/>
              </a:lnSpc>
            </a:pPr>
            <a:fld id="{98A11DC1-E07D-4079-BFBC-3CB49EF3F5E8}" type="slidenum">
              <a:rPr lang="he-IL" altLang="he-IL" sz="1200" b="1">
                <a:solidFill>
                  <a:srgbClr val="FFFFFF"/>
                </a:solidFill>
              </a:rPr>
              <a:pPr algn="ctr" eaLnBrk="1" hangingPunct="1">
                <a:lnSpc>
                  <a:spcPct val="80000"/>
                </a:lnSpc>
              </a:pPr>
              <a:t>23</a:t>
            </a:fld>
            <a:endParaRPr lang="en-US" altLang="he-IL" sz="1200" b="1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>
            <a:extLst>
              <a:ext uri="{FF2B5EF4-FFF2-40B4-BE49-F238E27FC236}">
                <a16:creationId xmlns:a16="http://schemas.microsoft.com/office/drawing/2014/main" id="{C934E579-AD2B-4B29-8815-739DEB5240D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12775" y="228600"/>
            <a:ext cx="8153400" cy="990600"/>
          </a:xfrm>
        </p:spPr>
        <p:txBody>
          <a:bodyPr/>
          <a:lstStyle/>
          <a:p>
            <a:pPr algn="r" eaLnBrk="1" hangingPunct="1"/>
            <a:r>
              <a:rPr lang="he-IL" altLang="he-IL"/>
              <a:t>דוגמא איך זה </a:t>
            </a:r>
            <a:r>
              <a:rPr lang="he-IL" altLang="he-IL" b="1"/>
              <a:t>לא</a:t>
            </a:r>
            <a:r>
              <a:rPr lang="he-IL" altLang="he-IL"/>
              <a:t> צריך להיות</a:t>
            </a:r>
            <a:endParaRPr lang="en-US" altLang="he-IL"/>
          </a:p>
        </p:txBody>
      </p:sp>
      <p:sp>
        <p:nvSpPr>
          <p:cNvPr id="32771" name="Rectangle 3">
            <a:extLst>
              <a:ext uri="{FF2B5EF4-FFF2-40B4-BE49-F238E27FC236}">
                <a16:creationId xmlns:a16="http://schemas.microsoft.com/office/drawing/2014/main" id="{024FF9AD-6252-4630-A39B-1EC42697B6B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8600" y="1524000"/>
            <a:ext cx="8229600" cy="4530725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he-IL" sz="1800" noProof="1"/>
              <a:t>static void Power()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he-IL" sz="1800" noProof="1"/>
              <a:t>{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he-IL" sz="1800" noProof="1"/>
              <a:t>	int </a:t>
            </a:r>
            <a:r>
              <a:rPr lang="en-US" altLang="he-IL" sz="1800" b="1" noProof="1"/>
              <a:t>base1, exponent</a:t>
            </a:r>
            <a:r>
              <a:rPr lang="en-US" altLang="he-IL" sz="1800" noProof="1"/>
              <a:t>, i, result=1;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he-IL" sz="1800" noProof="1"/>
              <a:t>	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he-IL" sz="1800" noProof="1"/>
              <a:t>	</a:t>
            </a:r>
            <a:r>
              <a:rPr lang="en-US" altLang="he-IL" sz="1800" b="1" noProof="1"/>
              <a:t>Console.WriteLine("Please enter base and exponent: ");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he-IL" sz="1800" b="1" noProof="1"/>
              <a:t>	</a:t>
            </a:r>
            <a:r>
              <a:rPr lang="en-US" altLang="he-IL" sz="1800" dirty="0"/>
              <a:t> base1 = </a:t>
            </a:r>
            <a:r>
              <a:rPr lang="en-US" altLang="he-IL" sz="1800" dirty="0" err="1"/>
              <a:t>int.Parse</a:t>
            </a:r>
            <a:r>
              <a:rPr lang="en-US" altLang="he-IL" sz="1800" dirty="0"/>
              <a:t>(</a:t>
            </a:r>
            <a:r>
              <a:rPr lang="en-US" altLang="he-IL" sz="1800" dirty="0" err="1"/>
              <a:t>Console.ReadLine</a:t>
            </a:r>
            <a:r>
              <a:rPr lang="en-US" altLang="he-IL" sz="1800" dirty="0"/>
              <a:t>());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he-IL" sz="1800" dirty="0"/>
              <a:t>      exponent = </a:t>
            </a:r>
            <a:r>
              <a:rPr lang="en-US" altLang="he-IL" sz="1800" dirty="0" err="1"/>
              <a:t>int.Parse</a:t>
            </a:r>
            <a:r>
              <a:rPr lang="en-US" altLang="he-IL" sz="1800" dirty="0"/>
              <a:t>(</a:t>
            </a:r>
            <a:r>
              <a:rPr lang="en-US" altLang="he-IL" sz="1800" dirty="0" err="1"/>
              <a:t>Console.ReadLine</a:t>
            </a:r>
            <a:r>
              <a:rPr lang="en-US" altLang="he-IL" sz="1800" dirty="0"/>
              <a:t>());</a:t>
            </a:r>
            <a:endParaRPr lang="en-US" altLang="he-IL" sz="1800" b="1" noProof="1"/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altLang="he-IL" sz="1800" b="1" noProof="1"/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he-IL" sz="1800" noProof="1"/>
              <a:t>	for (i=0 ; i &lt; exponent ; i++)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he-IL" sz="1800" noProof="1"/>
              <a:t>		result *= base;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he-IL" sz="1800" b="1" noProof="1"/>
              <a:t>	Console.WriteLine("The result is {0}", result);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he-IL" sz="1800" noProof="1"/>
              <a:t>}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altLang="he-IL" sz="1800" noProof="1"/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he-IL" sz="1800" noProof="1"/>
              <a:t>static void Main()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he-IL" sz="1800" noProof="1"/>
              <a:t>{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he-IL" sz="1800" noProof="1"/>
              <a:t>	power();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he-IL" sz="1800" noProof="1"/>
              <a:t>}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altLang="he-IL" sz="1800" noProof="1"/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altLang="he-IL" sz="1800" noProof="1"/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altLang="he-IL" sz="1800" dirty="0"/>
          </a:p>
        </p:txBody>
      </p:sp>
      <p:sp>
        <p:nvSpPr>
          <p:cNvPr id="57348" name="Line 4">
            <a:extLst>
              <a:ext uri="{FF2B5EF4-FFF2-40B4-BE49-F238E27FC236}">
                <a16:creationId xmlns:a16="http://schemas.microsoft.com/office/drawing/2014/main" id="{A540C277-E754-4813-9DF2-266F30C9BCB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81000" y="1524000"/>
            <a:ext cx="4800600" cy="51054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he-IL"/>
          </a:p>
        </p:txBody>
      </p:sp>
      <p:sp>
        <p:nvSpPr>
          <p:cNvPr id="57349" name="Line 5">
            <a:extLst>
              <a:ext uri="{FF2B5EF4-FFF2-40B4-BE49-F238E27FC236}">
                <a16:creationId xmlns:a16="http://schemas.microsoft.com/office/drawing/2014/main" id="{537F9D0B-F2C4-4EA8-9933-582679C8223D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609600" y="1524000"/>
            <a:ext cx="4495800" cy="49530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he-IL"/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247411CE-1273-48AD-B0F2-DD1A9DE99CBB}"/>
              </a:ext>
            </a:extLst>
          </p:cNvPr>
          <p:cNvSpPr txBox="1">
            <a:spLocks/>
          </p:cNvSpPr>
          <p:nvPr/>
        </p:nvSpPr>
        <p:spPr>
          <a:xfrm>
            <a:off x="0" y="1271588"/>
            <a:ext cx="533400" cy="244475"/>
          </a:xfrm>
          <a:prstGeom prst="rect">
            <a:avLst/>
          </a:prstGeom>
        </p:spPr>
        <p:txBody>
          <a:bodyPr anchor="ctr">
            <a:norm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80000"/>
              </a:lnSpc>
            </a:pPr>
            <a:fld id="{76475118-9192-44C5-8FBB-965D409C367F}" type="slidenum">
              <a:rPr lang="he-IL" altLang="he-IL" sz="1200" b="1">
                <a:solidFill>
                  <a:srgbClr val="FFFFFF"/>
                </a:solidFill>
              </a:rPr>
              <a:pPr algn="ctr" eaLnBrk="1" hangingPunct="1">
                <a:lnSpc>
                  <a:spcPct val="80000"/>
                </a:lnSpc>
              </a:pPr>
              <a:t>24</a:t>
            </a:fld>
            <a:endParaRPr lang="en-US" altLang="he-IL" sz="1200" b="1">
              <a:solidFill>
                <a:srgbClr val="FFFFFF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573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" dur="500"/>
                                        <p:tgtEl>
                                          <p:spTgt spid="573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22">
            <a:extLst>
              <a:ext uri="{FF2B5EF4-FFF2-40B4-BE49-F238E27FC236}">
                <a16:creationId xmlns:a16="http://schemas.microsoft.com/office/drawing/2014/main" id="{33CB2D6C-17A8-44E1-8A5F-2E67D8E249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80000"/>
              </a:lnSpc>
            </a:pPr>
            <a:fld id="{09B5C2E7-0B20-418B-A446-E2E6ACE356C7}" type="slidenum">
              <a:rPr lang="he-IL" altLang="he-IL" sz="1200">
                <a:solidFill>
                  <a:srgbClr val="FFFFFF"/>
                </a:solidFill>
              </a:rPr>
              <a:pPr eaLnBrk="1" hangingPunct="1">
                <a:lnSpc>
                  <a:spcPct val="80000"/>
                </a:lnSpc>
              </a:pPr>
              <a:t>25</a:t>
            </a:fld>
            <a:endParaRPr lang="en-US" altLang="he-IL" sz="1200">
              <a:solidFill>
                <a:srgbClr val="FFFFFF"/>
              </a:solidFill>
            </a:endParaRPr>
          </a:p>
        </p:txBody>
      </p:sp>
      <p:sp>
        <p:nvSpPr>
          <p:cNvPr id="33795" name="Rectangle 2">
            <a:extLst>
              <a:ext uri="{FF2B5EF4-FFF2-40B4-BE49-F238E27FC236}">
                <a16:creationId xmlns:a16="http://schemas.microsoft.com/office/drawing/2014/main" id="{41898E9E-4694-41B4-A945-C63B87A7E7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28600"/>
            <a:ext cx="8153400" cy="990600"/>
          </a:xfrm>
        </p:spPr>
        <p:txBody>
          <a:bodyPr/>
          <a:lstStyle/>
          <a:p>
            <a:pPr algn="r" rtl="1" eaLnBrk="1" hangingPunct="1"/>
            <a:r>
              <a:rPr lang="he-IL" altLang="he-IL"/>
              <a:t>העברת פרמטרים </a:t>
            </a:r>
            <a:r>
              <a:rPr lang="en-US" altLang="he-IL"/>
              <a:t>by value</a:t>
            </a:r>
          </a:p>
        </p:txBody>
      </p:sp>
      <p:sp>
        <p:nvSpPr>
          <p:cNvPr id="33796" name="Rectangle 3">
            <a:extLst>
              <a:ext uri="{FF2B5EF4-FFF2-40B4-BE49-F238E27FC236}">
                <a16:creationId xmlns:a16="http://schemas.microsoft.com/office/drawing/2014/main" id="{5837D07E-0DFB-4035-A8FB-8D4EDEFB03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28600" y="1600200"/>
            <a:ext cx="8537575" cy="5029200"/>
          </a:xfrm>
        </p:spPr>
        <p:txBody>
          <a:bodyPr/>
          <a:lstStyle/>
          <a:p>
            <a:pPr algn="r" rtl="1" eaLnBrk="1" hangingPunct="1"/>
            <a:endParaRPr lang="he-IL" altLang="he-IL"/>
          </a:p>
          <a:p>
            <a:pPr algn="r" rtl="1" eaLnBrk="1" hangingPunct="1"/>
            <a:r>
              <a:rPr lang="he-IL" altLang="he-IL"/>
              <a:t>כאשר מעבירים פרמטר לשיטה למעשה מועבר </a:t>
            </a:r>
            <a:r>
              <a:rPr lang="he-IL" altLang="he-IL" b="1"/>
              <a:t>עותק </a:t>
            </a:r>
            <a:r>
              <a:rPr lang="he-IL" altLang="he-IL"/>
              <a:t>של המשתנה המקורי לשיטה</a:t>
            </a:r>
          </a:p>
          <a:p>
            <a:pPr lvl="1" algn="r" rtl="1" eaLnBrk="1" hangingPunct="1"/>
            <a:r>
              <a:rPr lang="he-IL" altLang="he-IL"/>
              <a:t>כלומר, אם הפרמטר השתנה בשיטה, המשתנה המקורי לא שונה</a:t>
            </a:r>
          </a:p>
          <a:p>
            <a:pPr algn="r" rtl="1" eaLnBrk="1" hangingPunct="1"/>
            <a:r>
              <a:rPr lang="he-IL" altLang="he-IL"/>
              <a:t>העברה כזו נקראת </a:t>
            </a:r>
            <a:r>
              <a:rPr lang="en-US" altLang="he-IL" b="1" u="sng"/>
              <a:t>by value</a:t>
            </a:r>
            <a:r>
              <a:rPr lang="he-IL" altLang="he-IL"/>
              <a:t>, כלומר העברנו את ערך המשתנה לשיטה</a:t>
            </a:r>
          </a:p>
          <a:p>
            <a:pPr lvl="1" algn="r" rtl="1" eaLnBrk="1" hangingPunct="1"/>
            <a:endParaRPr lang="en-US" altLang="he-IL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22">
            <a:extLst>
              <a:ext uri="{FF2B5EF4-FFF2-40B4-BE49-F238E27FC236}">
                <a16:creationId xmlns:a16="http://schemas.microsoft.com/office/drawing/2014/main" id="{9C669B59-DB18-4830-BBF3-E5671082D7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80000"/>
              </a:lnSpc>
            </a:pPr>
            <a:fld id="{B1B9BDE5-FC00-4C3E-B297-AB1D691A2DAF}" type="slidenum">
              <a:rPr lang="he-IL" altLang="he-IL" sz="1200">
                <a:solidFill>
                  <a:srgbClr val="FFFFFF"/>
                </a:solidFill>
              </a:rPr>
              <a:pPr eaLnBrk="1" hangingPunct="1">
                <a:lnSpc>
                  <a:spcPct val="80000"/>
                </a:lnSpc>
              </a:pPr>
              <a:t>26</a:t>
            </a:fld>
            <a:endParaRPr lang="en-US" altLang="he-IL" sz="1200">
              <a:solidFill>
                <a:srgbClr val="FFFFFF"/>
              </a:solidFill>
            </a:endParaRPr>
          </a:p>
        </p:txBody>
      </p:sp>
      <p:sp>
        <p:nvSpPr>
          <p:cNvPr id="34819" name="Rectangle 2">
            <a:extLst>
              <a:ext uri="{FF2B5EF4-FFF2-40B4-BE49-F238E27FC236}">
                <a16:creationId xmlns:a16="http://schemas.microsoft.com/office/drawing/2014/main" id="{B5FBF751-FEB8-4B8B-8601-C2FB5F2CA5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28600"/>
            <a:ext cx="8153400" cy="990600"/>
          </a:xfrm>
        </p:spPr>
        <p:txBody>
          <a:bodyPr/>
          <a:lstStyle/>
          <a:p>
            <a:pPr algn="r" rtl="1" eaLnBrk="1" hangingPunct="1"/>
            <a:r>
              <a:rPr lang="he-IL" altLang="he-IL"/>
              <a:t>העברת פרמטרים </a:t>
            </a:r>
            <a:r>
              <a:rPr lang="en-US" altLang="he-IL"/>
              <a:t>by value</a:t>
            </a:r>
            <a:r>
              <a:rPr lang="he-IL" altLang="he-IL"/>
              <a:t> - דוגמא</a:t>
            </a:r>
            <a:endParaRPr lang="en-US" altLang="he-IL"/>
          </a:p>
        </p:txBody>
      </p:sp>
      <p:sp>
        <p:nvSpPr>
          <p:cNvPr id="303107" name="Rectangle 3">
            <a:extLst>
              <a:ext uri="{FF2B5EF4-FFF2-40B4-BE49-F238E27FC236}">
                <a16:creationId xmlns:a16="http://schemas.microsoft.com/office/drawing/2014/main" id="{797A7448-F558-4FDD-983C-F383A1F330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-457200" y="2438400"/>
            <a:ext cx="8613775" cy="5105400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he-IL" sz="1800" noProof="1">
                <a:solidFill>
                  <a:schemeClr val="hlink"/>
                </a:solidFill>
              </a:rPr>
              <a:t>       static void</a:t>
            </a:r>
            <a:r>
              <a:rPr lang="en-US" altLang="he-IL" sz="1800" noProof="1"/>
              <a:t> Dummy(int x)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he-IL" sz="1800" noProof="1"/>
              <a:t>        {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he-IL" sz="1800" noProof="1"/>
              <a:t>            Console.WriteLine($"The number in 'dummy' is {x}");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he-IL" sz="1800" noProof="1"/>
              <a:t>            x = 4;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he-IL" sz="1800" noProof="1"/>
              <a:t>            Console.WriteLine($"The number in 'dummy' after ch</a:t>
            </a:r>
            <a:r>
              <a:rPr lang="en-US" altLang="he-IL" sz="1800" dirty="0"/>
              <a:t>a</a:t>
            </a:r>
            <a:r>
              <a:rPr lang="en-US" altLang="he-IL" sz="1800" noProof="1"/>
              <a:t>nge is {x}");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he-IL" sz="1800" noProof="1"/>
              <a:t>        }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altLang="he-IL" sz="1800" noProof="1"/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he-IL" sz="1800" noProof="1"/>
              <a:t>        </a:t>
            </a:r>
            <a:r>
              <a:rPr lang="en-US" altLang="he-IL" sz="1800" noProof="1">
                <a:solidFill>
                  <a:schemeClr val="hlink"/>
                </a:solidFill>
              </a:rPr>
              <a:t>static void</a:t>
            </a:r>
            <a:r>
              <a:rPr lang="en-US" altLang="he-IL" sz="1800" noProof="1"/>
              <a:t> Main(string[] args)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he-IL" sz="1800" noProof="1"/>
              <a:t>        {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he-IL" sz="1800" noProof="1"/>
              <a:t>            int num = 5;</a:t>
            </a:r>
          </a:p>
          <a:p>
            <a:pPr eaLnBrk="1" hangingPunct="1">
              <a:lnSpc>
                <a:spcPct val="80000"/>
              </a:lnSpc>
              <a:buNone/>
            </a:pPr>
            <a:r>
              <a:rPr lang="en-US" altLang="he-IL" sz="1800" noProof="1"/>
              <a:t>            Console.WriteLine($"The number in main is {num}");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he-IL" sz="1800" noProof="1"/>
              <a:t>            Dummy(num);</a:t>
            </a:r>
          </a:p>
          <a:p>
            <a:pPr eaLnBrk="1" hangingPunct="1">
              <a:lnSpc>
                <a:spcPct val="80000"/>
              </a:lnSpc>
              <a:buNone/>
            </a:pPr>
            <a:r>
              <a:rPr lang="en-US" altLang="he-IL" sz="1800" noProof="1"/>
              <a:t>            Console.WriteLine($"The number in main after change is {num}");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he-IL" sz="1800" noProof="1"/>
              <a:t>        }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altLang="he-IL" sz="1800" dirty="0"/>
          </a:p>
        </p:txBody>
      </p:sp>
      <p:sp>
        <p:nvSpPr>
          <p:cNvPr id="303110" name="Text Box 6">
            <a:extLst>
              <a:ext uri="{FF2B5EF4-FFF2-40B4-BE49-F238E27FC236}">
                <a16:creationId xmlns:a16="http://schemas.microsoft.com/office/drawing/2014/main" id="{9BAC4C60-57C0-4029-AF50-C93D99DFA6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8400" y="2209800"/>
            <a:ext cx="762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he-IL" altLang="he-IL" b="1">
                <a:solidFill>
                  <a:srgbClr val="FF0000"/>
                </a:solidFill>
              </a:rPr>
              <a:t>5</a:t>
            </a:r>
            <a:endParaRPr lang="en-US" altLang="he-IL" b="1">
              <a:solidFill>
                <a:srgbClr val="FF0000"/>
              </a:solidFill>
            </a:endParaRPr>
          </a:p>
        </p:txBody>
      </p:sp>
      <p:sp>
        <p:nvSpPr>
          <p:cNvPr id="303111" name="Text Box 7">
            <a:extLst>
              <a:ext uri="{FF2B5EF4-FFF2-40B4-BE49-F238E27FC236}">
                <a16:creationId xmlns:a16="http://schemas.microsoft.com/office/drawing/2014/main" id="{DD39E063-E527-4030-BD0D-A048A1659F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8400" y="2209800"/>
            <a:ext cx="762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he-IL" altLang="he-IL" b="1">
                <a:solidFill>
                  <a:srgbClr val="FF0000"/>
                </a:solidFill>
              </a:rPr>
              <a:t>4</a:t>
            </a:r>
            <a:endParaRPr lang="en-US" altLang="he-IL" b="1">
              <a:solidFill>
                <a:srgbClr val="FF0000"/>
              </a:solidFill>
            </a:endParaRPr>
          </a:p>
        </p:txBody>
      </p:sp>
      <p:pic>
        <p:nvPicPr>
          <p:cNvPr id="34823" name="Picture 8">
            <a:extLst>
              <a:ext uri="{FF2B5EF4-FFF2-40B4-BE49-F238E27FC236}">
                <a16:creationId xmlns:a16="http://schemas.microsoft.com/office/drawing/2014/main" id="{B5326153-26F4-4530-AE51-1F549B43DA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43400" y="1600200"/>
            <a:ext cx="4648200" cy="1311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3113" name="Text Box 9">
            <a:extLst>
              <a:ext uri="{FF2B5EF4-FFF2-40B4-BE49-F238E27FC236}">
                <a16:creationId xmlns:a16="http://schemas.microsoft.com/office/drawing/2014/main" id="{7831A6D8-62CA-4929-80F8-9B9003E1B9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4953000"/>
            <a:ext cx="762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he-IL" b="1">
                <a:solidFill>
                  <a:srgbClr val="FF0000"/>
                </a:solidFill>
              </a:rPr>
              <a:t>5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mph" presetSubtype="1" nodeType="click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set>
                                      <p:cBhvr override="childStyle">
                                        <p:cTn id="6" dur="indefinite"/>
                                        <p:tgtEl>
                                          <p:spTgt spid="30310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style.fontStyle</p:attrName>
                                        </p:attrNameLst>
                                      </p:cBhvr>
                                      <p:to>
                                        <p:strVal val="normal"/>
                                      </p:to>
                                    </p:set>
                                    <p:set>
                                      <p:cBhvr override="childStyle">
                                        <p:cTn id="7" dur="indefinite"/>
                                        <p:tgtEl>
                                          <p:spTgt spid="30310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  <p:set>
                                      <p:cBhvr override="childStyle">
                                        <p:cTn id="8" dur="indefinite"/>
                                        <p:tgtEl>
                                          <p:spTgt spid="30310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fals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5" presetClass="emph" presetSubtype="1" nodeType="click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set>
                                      <p:cBhvr override="childStyle">
                                        <p:cTn id="12" dur="indefinite"/>
                                        <p:tgtEl>
                                          <p:spTgt spid="30310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style.fontStyle</p:attrName>
                                        </p:attrNameLst>
                                      </p:cBhvr>
                                      <p:to>
                                        <p:strVal val="normal"/>
                                      </p:to>
                                    </p:set>
                                    <p:set>
                                      <p:cBhvr override="childStyle">
                                        <p:cTn id="13" dur="indefinite"/>
                                        <p:tgtEl>
                                          <p:spTgt spid="30310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  <p:set>
                                      <p:cBhvr override="childStyle">
                                        <p:cTn id="14" dur="indefinite"/>
                                        <p:tgtEl>
                                          <p:spTgt spid="30310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fals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4" presetClass="entr" presetSubtype="16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303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mph" presetSubtype="1" nodeType="click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set>
                                      <p:cBhvr override="childStyle">
                                        <p:cTn id="21" dur="indefinite"/>
                                        <p:tgtEl>
                                          <p:spTgt spid="30310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style.fontStyle</p:attrName>
                                        </p:attrNameLst>
                                      </p:cBhvr>
                                      <p:to>
                                        <p:strVal val="normal"/>
                                      </p:to>
                                    </p:set>
                                    <p:set>
                                      <p:cBhvr override="childStyle">
                                        <p:cTn id="22" dur="indefinite"/>
                                        <p:tgtEl>
                                          <p:spTgt spid="30310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  <p:set>
                                      <p:cBhvr override="childStyle">
                                        <p:cTn id="23" dur="indefinite"/>
                                        <p:tgtEl>
                                          <p:spTgt spid="30310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fals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5" presetClass="emph" presetSubtype="1" nodeType="click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set>
                                      <p:cBhvr override="childStyle">
                                        <p:cTn id="27" dur="indefinite"/>
                                        <p:tgtEl>
                                          <p:spTgt spid="30310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style.fontStyle</p:attrName>
                                        </p:attrNameLst>
                                      </p:cBhvr>
                                      <p:to>
                                        <p:strVal val="normal"/>
                                      </p:to>
                                    </p:set>
                                    <p:set>
                                      <p:cBhvr override="childStyle">
                                        <p:cTn id="28" dur="indefinite"/>
                                        <p:tgtEl>
                                          <p:spTgt spid="30310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  <p:set>
                                      <p:cBhvr override="childStyle">
                                        <p:cTn id="29" dur="indefinite"/>
                                        <p:tgtEl>
                                          <p:spTgt spid="30310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fals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5" presetClass="emph" presetSubtype="1" nodeType="click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set>
                                      <p:cBhvr override="childStyle">
                                        <p:cTn id="33" dur="indefinite"/>
                                        <p:tgtEl>
                                          <p:spTgt spid="3031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style.fontStyle</p:attrName>
                                        </p:attrNameLst>
                                      </p:cBhvr>
                                      <p:to>
                                        <p:strVal val="normal"/>
                                      </p:to>
                                    </p:set>
                                    <p:set>
                                      <p:cBhvr override="childStyle">
                                        <p:cTn id="34" dur="indefinite"/>
                                        <p:tgtEl>
                                          <p:spTgt spid="3031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  <p:set>
                                      <p:cBhvr override="childStyle">
                                        <p:cTn id="35" dur="indefinite"/>
                                        <p:tgtEl>
                                          <p:spTgt spid="3031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fals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8" dur="500"/>
                                        <p:tgtEl>
                                          <p:spTgt spid="303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5" presetClass="emph" presetSubtype="1" nodeType="click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set>
                                      <p:cBhvr override="childStyle">
                                        <p:cTn id="42" dur="indefinite"/>
                                        <p:tgtEl>
                                          <p:spTgt spid="3031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style.fontStyle</p:attrName>
                                        </p:attrNameLst>
                                      </p:cBhvr>
                                      <p:to>
                                        <p:strVal val="normal"/>
                                      </p:to>
                                    </p:set>
                                    <p:set>
                                      <p:cBhvr override="childStyle">
                                        <p:cTn id="43" dur="indefinite"/>
                                        <p:tgtEl>
                                          <p:spTgt spid="3031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  <p:set>
                                      <p:cBhvr override="childStyle">
                                        <p:cTn id="44" dur="indefinite"/>
                                        <p:tgtEl>
                                          <p:spTgt spid="3031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fals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5" presetClass="emph" presetSubtype="1" nodeType="click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set>
                                      <p:cBhvr override="childStyle">
                                        <p:cTn id="48" dur="indefinite"/>
                                        <p:tgtEl>
                                          <p:spTgt spid="3031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style.fontStyle</p:attrName>
                                        </p:attrNameLst>
                                      </p:cBhvr>
                                      <p:to>
                                        <p:strVal val="normal"/>
                                      </p:to>
                                    </p:set>
                                    <p:set>
                                      <p:cBhvr override="childStyle">
                                        <p:cTn id="49" dur="indefinite"/>
                                        <p:tgtEl>
                                          <p:spTgt spid="3031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  <p:set>
                                      <p:cBhvr override="childStyle">
                                        <p:cTn id="50" dur="indefinite"/>
                                        <p:tgtEl>
                                          <p:spTgt spid="3031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fals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4" presetClass="exit" presetSubtype="16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52" dur="500"/>
                                        <p:tgtEl>
                                          <p:spTgt spid="3031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3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031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3031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5" presetClass="emph" presetSubtype="1" nodeType="click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set>
                                      <p:cBhvr override="childStyle">
                                        <p:cTn id="61" dur="indefinite"/>
                                        <p:tgtEl>
                                          <p:spTgt spid="3031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style.fontStyle</p:attrName>
                                        </p:attrNameLst>
                                      </p:cBhvr>
                                      <p:to>
                                        <p:strVal val="normal"/>
                                      </p:to>
                                    </p:set>
                                    <p:set>
                                      <p:cBhvr override="childStyle">
                                        <p:cTn id="62" dur="indefinite"/>
                                        <p:tgtEl>
                                          <p:spTgt spid="3031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  <p:set>
                                      <p:cBhvr override="childStyle">
                                        <p:cTn id="63" dur="indefinite"/>
                                        <p:tgtEl>
                                          <p:spTgt spid="3031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fals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5" presetClass="emph" presetSubtype="1" nodeType="click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set>
                                      <p:cBhvr override="childStyle">
                                        <p:cTn id="67" dur="indefinite"/>
                                        <p:tgtEl>
                                          <p:spTgt spid="3031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style.fontStyle</p:attrName>
                                        </p:attrNameLst>
                                      </p:cBhvr>
                                      <p:to>
                                        <p:strVal val="normal"/>
                                      </p:to>
                                    </p:set>
                                    <p:set>
                                      <p:cBhvr override="childStyle">
                                        <p:cTn id="68" dur="indefinite"/>
                                        <p:tgtEl>
                                          <p:spTgt spid="3031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  <p:set>
                                      <p:cBhvr override="childStyle">
                                        <p:cTn id="69" dur="indefinite"/>
                                        <p:tgtEl>
                                          <p:spTgt spid="3031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fals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4" presetClass="exit" presetSubtype="16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71" dur="500"/>
                                        <p:tgtEl>
                                          <p:spTgt spid="3031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3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5" presetClass="emph" presetSubtype="1" nodeType="click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set>
                                      <p:cBhvr override="childStyle">
                                        <p:cTn id="76" dur="indefinite"/>
                                        <p:tgtEl>
                                          <p:spTgt spid="30310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style.fontStyle</p:attrName>
                                        </p:attrNameLst>
                                      </p:cBhvr>
                                      <p:to>
                                        <p:strVal val="normal"/>
                                      </p:to>
                                    </p:set>
                                    <p:set>
                                      <p:cBhvr override="childStyle">
                                        <p:cTn id="77" dur="indefinite"/>
                                        <p:tgtEl>
                                          <p:spTgt spid="30310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  <p:set>
                                      <p:cBhvr override="childStyle">
                                        <p:cTn id="78" dur="indefinite"/>
                                        <p:tgtEl>
                                          <p:spTgt spid="30310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fals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5" presetClass="emph" presetSubtype="1" nodeType="click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set>
                                      <p:cBhvr override="childStyle">
                                        <p:cTn id="82" dur="indefinite"/>
                                        <p:tgtEl>
                                          <p:spTgt spid="30310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style.fontStyle</p:attrName>
                                        </p:attrNameLst>
                                      </p:cBhvr>
                                      <p:to>
                                        <p:strVal val="normal"/>
                                      </p:to>
                                    </p:set>
                                    <p:set>
                                      <p:cBhvr override="childStyle">
                                        <p:cTn id="83" dur="indefinite"/>
                                        <p:tgtEl>
                                          <p:spTgt spid="30310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  <p:set>
                                      <p:cBhvr override="childStyle">
                                        <p:cTn id="84" dur="indefinite"/>
                                        <p:tgtEl>
                                          <p:spTgt spid="30310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fals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3031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3031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4" presetClass="exit" presetSubtype="16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90" dur="500"/>
                                        <p:tgtEl>
                                          <p:spTgt spid="3031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3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2" presetID="4" presetClass="exit" presetSubtype="16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93" dur="500"/>
                                        <p:tgtEl>
                                          <p:spTgt spid="3031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3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3110" grpId="0"/>
      <p:bldP spid="303110" grpId="1"/>
      <p:bldP spid="303111" grpId="0"/>
      <p:bldP spid="303111" grpId="1"/>
      <p:bldP spid="303113" grpId="0"/>
      <p:bldP spid="303113" grpId="1"/>
      <p:bldP spid="303113" grpId="2"/>
      <p:bldP spid="303113" grpId="3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 Number Placeholder 22">
            <a:extLst>
              <a:ext uri="{FF2B5EF4-FFF2-40B4-BE49-F238E27FC236}">
                <a16:creationId xmlns:a16="http://schemas.microsoft.com/office/drawing/2014/main" id="{F9F59758-5A33-4BEC-A7F1-05B03F4638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80000"/>
              </a:lnSpc>
            </a:pPr>
            <a:fld id="{13205A9E-D5D6-458E-880B-3ECE3706BA71}" type="slidenum">
              <a:rPr lang="he-IL" altLang="he-IL" sz="1200">
                <a:solidFill>
                  <a:srgbClr val="FFFFFF"/>
                </a:solidFill>
              </a:rPr>
              <a:pPr eaLnBrk="1" hangingPunct="1">
                <a:lnSpc>
                  <a:spcPct val="80000"/>
                </a:lnSpc>
              </a:pPr>
              <a:t>27</a:t>
            </a:fld>
            <a:endParaRPr lang="en-US" altLang="he-IL" sz="1200">
              <a:solidFill>
                <a:srgbClr val="FFFFFF"/>
              </a:solidFill>
            </a:endParaRPr>
          </a:p>
        </p:txBody>
      </p:sp>
      <p:sp>
        <p:nvSpPr>
          <p:cNvPr id="35843" name="Rectangle 2">
            <a:extLst>
              <a:ext uri="{FF2B5EF4-FFF2-40B4-BE49-F238E27FC236}">
                <a16:creationId xmlns:a16="http://schemas.microsoft.com/office/drawing/2014/main" id="{BE773EEA-BD57-45E9-97B3-E4F2188204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28600"/>
            <a:ext cx="8153400" cy="990600"/>
          </a:xfrm>
        </p:spPr>
        <p:txBody>
          <a:bodyPr/>
          <a:lstStyle/>
          <a:p>
            <a:pPr algn="r" rtl="1" eaLnBrk="1" hangingPunct="1"/>
            <a:r>
              <a:rPr lang="he-IL" altLang="he-IL" sz="4000"/>
              <a:t>העברת פרמטרים </a:t>
            </a:r>
            <a:r>
              <a:rPr lang="en-US" altLang="he-IL" sz="4000"/>
              <a:t>by value</a:t>
            </a:r>
            <a:r>
              <a:rPr lang="he-IL" altLang="he-IL" sz="4000"/>
              <a:t> – הדוגמא  </a:t>
            </a:r>
            <a:r>
              <a:rPr lang="en-US" altLang="he-IL" sz="4000"/>
              <a:t>swap</a:t>
            </a:r>
            <a:r>
              <a:rPr lang="he-IL" altLang="he-IL" sz="4000"/>
              <a:t> (החלפת ערכי 2 משתנים)</a:t>
            </a:r>
            <a:endParaRPr lang="en-US" altLang="he-IL" sz="4000"/>
          </a:p>
        </p:txBody>
      </p:sp>
      <p:sp>
        <p:nvSpPr>
          <p:cNvPr id="304131" name="Rectangle 3">
            <a:extLst>
              <a:ext uri="{FF2B5EF4-FFF2-40B4-BE49-F238E27FC236}">
                <a16:creationId xmlns:a16="http://schemas.microsoft.com/office/drawing/2014/main" id="{CA481C0C-ACA3-4EAE-98EB-DBFF27A53E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-457200" y="1752600"/>
            <a:ext cx="9601200" cy="4525963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he-IL" sz="1800" noProof="1">
                <a:solidFill>
                  <a:schemeClr val="hlink"/>
                </a:solidFill>
              </a:rPr>
              <a:t>       static void</a:t>
            </a:r>
            <a:r>
              <a:rPr lang="en-US" altLang="he-IL" sz="1800" noProof="1"/>
              <a:t> Swap(int x, int y)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he-IL" sz="1800" noProof="1"/>
              <a:t>        {</a:t>
            </a:r>
          </a:p>
          <a:p>
            <a:pPr eaLnBrk="1" hangingPunct="1">
              <a:lnSpc>
                <a:spcPct val="80000"/>
              </a:lnSpc>
              <a:buNone/>
            </a:pPr>
            <a:r>
              <a:rPr lang="en-US" altLang="he-IL" sz="1800" noProof="1"/>
              <a:t>            Console.WriteLine($"In start swap: x={x}, y={y}");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he-IL" sz="1800" noProof="1"/>
              <a:t>            int temp = x;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he-IL" sz="1800" noProof="1"/>
              <a:t>            x = y;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he-IL" sz="1800" noProof="1"/>
              <a:t>            y = temp;</a:t>
            </a:r>
          </a:p>
          <a:p>
            <a:pPr eaLnBrk="1" hangingPunct="1">
              <a:lnSpc>
                <a:spcPct val="80000"/>
              </a:lnSpc>
              <a:buNone/>
            </a:pPr>
            <a:r>
              <a:rPr lang="en-US" altLang="he-IL" sz="1800" noProof="1"/>
              <a:t>            Console.WriteLine($"In end swap: x={x}, y={y}");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he-IL" sz="1800" noProof="1"/>
              <a:t>        }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altLang="he-IL" sz="1800" noProof="1"/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he-IL" sz="1800" noProof="1"/>
              <a:t>        </a:t>
            </a:r>
            <a:r>
              <a:rPr lang="en-US" altLang="he-IL" sz="1800" noProof="1">
                <a:solidFill>
                  <a:schemeClr val="hlink"/>
                </a:solidFill>
              </a:rPr>
              <a:t>static void</a:t>
            </a:r>
            <a:r>
              <a:rPr lang="en-US" altLang="he-IL" sz="1800" noProof="1"/>
              <a:t> Main(string[] args)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he-IL" sz="1800" noProof="1"/>
              <a:t>        {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he-IL" sz="1800" noProof="1"/>
              <a:t>            int num1 = 5, num2 = 7;</a:t>
            </a:r>
          </a:p>
          <a:p>
            <a:pPr eaLnBrk="1" hangingPunct="1">
              <a:lnSpc>
                <a:spcPct val="80000"/>
              </a:lnSpc>
              <a:buNone/>
            </a:pPr>
            <a:r>
              <a:rPr lang="en-US" altLang="he-IL" sz="1800" noProof="1"/>
              <a:t>            Console.WriteLine($"Before swap: num1={num1}, num2={num2}");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he-IL" sz="1800" noProof="1"/>
              <a:t>            Swap(num1, num2);</a:t>
            </a:r>
          </a:p>
          <a:p>
            <a:pPr eaLnBrk="1" hangingPunct="1">
              <a:lnSpc>
                <a:spcPct val="80000"/>
              </a:lnSpc>
              <a:buNone/>
            </a:pPr>
            <a:r>
              <a:rPr lang="en-US" altLang="he-IL" sz="1800" noProof="1"/>
              <a:t>            Console.WriteLine($"After swap: num1={num1}, num2={num2}");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he-IL" sz="1800" noProof="1"/>
              <a:t>        }</a:t>
            </a:r>
            <a:endParaRPr lang="en-US" altLang="he-IL" sz="1800" dirty="0"/>
          </a:p>
        </p:txBody>
      </p:sp>
      <p:pic>
        <p:nvPicPr>
          <p:cNvPr id="35845" name="Picture 4">
            <a:extLst>
              <a:ext uri="{FF2B5EF4-FFF2-40B4-BE49-F238E27FC236}">
                <a16:creationId xmlns:a16="http://schemas.microsoft.com/office/drawing/2014/main" id="{F68653B9-F67A-4AE8-B442-76CB048283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6800" y="3886200"/>
            <a:ext cx="4191000" cy="1482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4133" name="Text Box 5">
            <a:extLst>
              <a:ext uri="{FF2B5EF4-FFF2-40B4-BE49-F238E27FC236}">
                <a16:creationId xmlns:a16="http://schemas.microsoft.com/office/drawing/2014/main" id="{53A7F3D8-212E-4E4C-A931-2DB8720D8A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7800" y="1524000"/>
            <a:ext cx="762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he-IL" altLang="he-IL" b="1">
                <a:solidFill>
                  <a:srgbClr val="FF0000"/>
                </a:solidFill>
              </a:rPr>
              <a:t>5</a:t>
            </a:r>
            <a:endParaRPr lang="en-US" altLang="he-IL" b="1">
              <a:solidFill>
                <a:srgbClr val="FF0000"/>
              </a:solidFill>
            </a:endParaRPr>
          </a:p>
        </p:txBody>
      </p:sp>
      <p:sp>
        <p:nvSpPr>
          <p:cNvPr id="304134" name="Text Box 6">
            <a:extLst>
              <a:ext uri="{FF2B5EF4-FFF2-40B4-BE49-F238E27FC236}">
                <a16:creationId xmlns:a16="http://schemas.microsoft.com/office/drawing/2014/main" id="{3765D70C-BF58-4654-A44D-EFA57A4F4B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81200" y="1524000"/>
            <a:ext cx="762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he-IL" altLang="he-IL" b="1">
                <a:solidFill>
                  <a:srgbClr val="FF0000"/>
                </a:solidFill>
              </a:rPr>
              <a:t>7</a:t>
            </a:r>
            <a:endParaRPr lang="en-US" altLang="he-IL" b="1">
              <a:solidFill>
                <a:srgbClr val="FF0000"/>
              </a:solidFill>
            </a:endParaRPr>
          </a:p>
        </p:txBody>
      </p:sp>
      <p:sp>
        <p:nvSpPr>
          <p:cNvPr id="304135" name="Text Box 7">
            <a:extLst>
              <a:ext uri="{FF2B5EF4-FFF2-40B4-BE49-F238E27FC236}">
                <a16:creationId xmlns:a16="http://schemas.microsoft.com/office/drawing/2014/main" id="{AC300491-F8B5-4ED8-828E-AB473B5115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2605088"/>
            <a:ext cx="7620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he-IL" b="1">
                <a:solidFill>
                  <a:srgbClr val="FF0000"/>
                </a:solidFill>
                <a:sym typeface="Wingdings" panose="05000000000000000000" pitchFamily="2" charset="2"/>
              </a:rPr>
              <a:t> </a:t>
            </a:r>
            <a:r>
              <a:rPr lang="he-IL" altLang="he-IL" b="1">
                <a:solidFill>
                  <a:srgbClr val="FF0000"/>
                </a:solidFill>
              </a:rPr>
              <a:t>5</a:t>
            </a:r>
            <a:endParaRPr lang="en-US" altLang="he-IL" b="1">
              <a:solidFill>
                <a:srgbClr val="FF0000"/>
              </a:solidFill>
            </a:endParaRPr>
          </a:p>
        </p:txBody>
      </p:sp>
      <p:sp>
        <p:nvSpPr>
          <p:cNvPr id="304136" name="Text Box 8">
            <a:extLst>
              <a:ext uri="{FF2B5EF4-FFF2-40B4-BE49-F238E27FC236}">
                <a16:creationId xmlns:a16="http://schemas.microsoft.com/office/drawing/2014/main" id="{E25B9558-8392-4A0C-9F97-0F0C65973B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7800" y="1524000"/>
            <a:ext cx="762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he-IL" altLang="he-IL" b="1">
                <a:solidFill>
                  <a:srgbClr val="FF0000"/>
                </a:solidFill>
              </a:rPr>
              <a:t>7</a:t>
            </a:r>
            <a:endParaRPr lang="en-US" altLang="he-IL" b="1">
              <a:solidFill>
                <a:srgbClr val="FF0000"/>
              </a:solidFill>
            </a:endParaRPr>
          </a:p>
        </p:txBody>
      </p:sp>
      <p:sp>
        <p:nvSpPr>
          <p:cNvPr id="304137" name="Text Box 9">
            <a:extLst>
              <a:ext uri="{FF2B5EF4-FFF2-40B4-BE49-F238E27FC236}">
                <a16:creationId xmlns:a16="http://schemas.microsoft.com/office/drawing/2014/main" id="{D9DD647A-C93A-450E-9645-3D73DCC5D0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81200" y="1524000"/>
            <a:ext cx="762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he-IL" altLang="he-IL" b="1">
                <a:solidFill>
                  <a:srgbClr val="FF0000"/>
                </a:solidFill>
              </a:rPr>
              <a:t>5</a:t>
            </a:r>
            <a:endParaRPr lang="en-US" altLang="he-IL" b="1">
              <a:solidFill>
                <a:srgbClr val="FF0000"/>
              </a:solidFill>
            </a:endParaRPr>
          </a:p>
        </p:txBody>
      </p:sp>
      <p:sp>
        <p:nvSpPr>
          <p:cNvPr id="304138" name="Rectangle 10">
            <a:extLst>
              <a:ext uri="{FF2B5EF4-FFF2-40B4-BE49-F238E27FC236}">
                <a16:creationId xmlns:a16="http://schemas.microsoft.com/office/drawing/2014/main" id="{2FE06174-C960-40A5-9187-AF0062CFD3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00600" y="2895600"/>
            <a:ext cx="41910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he-IL" altLang="he-IL" b="1">
                <a:solidFill>
                  <a:schemeClr val="bg1"/>
                </a:solidFill>
              </a:rPr>
              <a:t>הפונקציה לא באמת החליפה בין 2 הערכים...</a:t>
            </a:r>
            <a:endParaRPr lang="en-US" altLang="he-IL" b="1">
              <a:solidFill>
                <a:schemeClr val="bg1"/>
              </a:solidFill>
            </a:endParaRPr>
          </a:p>
        </p:txBody>
      </p:sp>
      <p:sp>
        <p:nvSpPr>
          <p:cNvPr id="304140" name="Text Box 12">
            <a:extLst>
              <a:ext uri="{FF2B5EF4-FFF2-40B4-BE49-F238E27FC236}">
                <a16:creationId xmlns:a16="http://schemas.microsoft.com/office/drawing/2014/main" id="{00DB7B34-0107-4C9C-9A49-B7E61B153A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4876800"/>
            <a:ext cx="762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he-IL" altLang="he-IL" b="1">
                <a:solidFill>
                  <a:srgbClr val="FF0000"/>
                </a:solidFill>
              </a:rPr>
              <a:t>5</a:t>
            </a:r>
            <a:endParaRPr lang="en-US" altLang="he-IL" b="1">
              <a:solidFill>
                <a:srgbClr val="FF0000"/>
              </a:solidFill>
            </a:endParaRPr>
          </a:p>
        </p:txBody>
      </p:sp>
      <p:sp>
        <p:nvSpPr>
          <p:cNvPr id="304141" name="Text Box 13">
            <a:extLst>
              <a:ext uri="{FF2B5EF4-FFF2-40B4-BE49-F238E27FC236}">
                <a16:creationId xmlns:a16="http://schemas.microsoft.com/office/drawing/2014/main" id="{90712CA6-04BE-4C81-BF1B-536C07F001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7800" y="4876800"/>
            <a:ext cx="762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he-IL" altLang="he-IL" b="1">
                <a:solidFill>
                  <a:srgbClr val="FF0000"/>
                </a:solidFill>
              </a:rPr>
              <a:t>7</a:t>
            </a:r>
            <a:endParaRPr lang="en-US" altLang="he-IL" b="1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mph" presetSubtype="1" nodeType="click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set>
                                      <p:cBhvr override="childStyle">
                                        <p:cTn id="6" dur="indefinite"/>
                                        <p:tgtEl>
                                          <p:spTgt spid="30413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style.fontStyle</p:attrName>
                                        </p:attrNameLst>
                                      </p:cBhvr>
                                      <p:to>
                                        <p:strVal val="normal"/>
                                      </p:to>
                                    </p:set>
                                    <p:set>
                                      <p:cBhvr override="childStyle">
                                        <p:cTn id="7" dur="indefinite"/>
                                        <p:tgtEl>
                                          <p:spTgt spid="30413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  <p:set>
                                      <p:cBhvr override="childStyle">
                                        <p:cTn id="8" dur="indefinite"/>
                                        <p:tgtEl>
                                          <p:spTgt spid="30413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fals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5" presetClass="emph" presetSubtype="1" nodeType="click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set>
                                      <p:cBhvr override="childStyle">
                                        <p:cTn id="12" dur="indefinite"/>
                                        <p:tgtEl>
                                          <p:spTgt spid="30413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style.fontStyle</p:attrName>
                                        </p:attrNameLst>
                                      </p:cBhvr>
                                      <p:to>
                                        <p:strVal val="normal"/>
                                      </p:to>
                                    </p:set>
                                    <p:set>
                                      <p:cBhvr override="childStyle">
                                        <p:cTn id="13" dur="indefinite"/>
                                        <p:tgtEl>
                                          <p:spTgt spid="30413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  <p:set>
                                      <p:cBhvr override="childStyle">
                                        <p:cTn id="14" dur="indefinite"/>
                                        <p:tgtEl>
                                          <p:spTgt spid="30413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fals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304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0" dur="500"/>
                                        <p:tgtEl>
                                          <p:spTgt spid="304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5" presetClass="emph" presetSubtype="1" nodeType="click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set>
                                      <p:cBhvr override="childStyle">
                                        <p:cTn id="24" dur="indefinite"/>
                                        <p:tgtEl>
                                          <p:spTgt spid="30413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style.fontStyle</p:attrName>
                                        </p:attrNameLst>
                                      </p:cBhvr>
                                      <p:to>
                                        <p:strVal val="normal"/>
                                      </p:to>
                                    </p:set>
                                    <p:set>
                                      <p:cBhvr override="childStyle">
                                        <p:cTn id="25" dur="indefinite"/>
                                        <p:tgtEl>
                                          <p:spTgt spid="30413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  <p:set>
                                      <p:cBhvr override="childStyle">
                                        <p:cTn id="26" dur="indefinite"/>
                                        <p:tgtEl>
                                          <p:spTgt spid="30413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fals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5" presetClass="emph" presetSubtype="1" nodeType="click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set>
                                      <p:cBhvr override="childStyle">
                                        <p:cTn id="30" dur="indefinite"/>
                                        <p:tgtEl>
                                          <p:spTgt spid="304131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style.fontStyle</p:attrName>
                                        </p:attrNameLst>
                                      </p:cBhvr>
                                      <p:to>
                                        <p:strVal val="normal"/>
                                      </p:to>
                                    </p:set>
                                    <p:set>
                                      <p:cBhvr override="childStyle">
                                        <p:cTn id="31" dur="indefinite"/>
                                        <p:tgtEl>
                                          <p:spTgt spid="304131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  <p:set>
                                      <p:cBhvr override="childStyle">
                                        <p:cTn id="32" dur="indefinite"/>
                                        <p:tgtEl>
                                          <p:spTgt spid="304131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fals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5" presetClass="emph" presetSubtype="1" nodeType="click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set>
                                      <p:cBhvr override="childStyle">
                                        <p:cTn id="36" dur="indefinite"/>
                                        <p:tgtEl>
                                          <p:spTgt spid="3041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style.fontStyle</p:attrName>
                                        </p:attrNameLst>
                                      </p:cBhvr>
                                      <p:to>
                                        <p:strVal val="normal"/>
                                      </p:to>
                                    </p:set>
                                    <p:set>
                                      <p:cBhvr override="childStyle">
                                        <p:cTn id="37" dur="indefinite"/>
                                        <p:tgtEl>
                                          <p:spTgt spid="3041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  <p:set>
                                      <p:cBhvr override="childStyle">
                                        <p:cTn id="38" dur="indefinite"/>
                                        <p:tgtEl>
                                          <p:spTgt spid="3041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fals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1" dur="500"/>
                                        <p:tgtEl>
                                          <p:spTgt spid="304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4" dur="500"/>
                                        <p:tgtEl>
                                          <p:spTgt spid="304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5" presetClass="emph" presetSubtype="1" nodeType="click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set>
                                      <p:cBhvr override="childStyle">
                                        <p:cTn id="48" dur="indefinite"/>
                                        <p:tgtEl>
                                          <p:spTgt spid="3041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style.fontStyle</p:attrName>
                                        </p:attrNameLst>
                                      </p:cBhvr>
                                      <p:to>
                                        <p:strVal val="normal"/>
                                      </p:to>
                                    </p:set>
                                    <p:set>
                                      <p:cBhvr override="childStyle">
                                        <p:cTn id="49" dur="indefinite"/>
                                        <p:tgtEl>
                                          <p:spTgt spid="3041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  <p:set>
                                      <p:cBhvr override="childStyle">
                                        <p:cTn id="50" dur="indefinite"/>
                                        <p:tgtEl>
                                          <p:spTgt spid="3041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fals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5" presetClass="emph" presetSubtype="1" nodeType="click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set>
                                      <p:cBhvr override="childStyle">
                                        <p:cTn id="54" dur="indefinite"/>
                                        <p:tgtEl>
                                          <p:spTgt spid="3041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style.fontStyle</p:attrName>
                                        </p:attrNameLst>
                                      </p:cBhvr>
                                      <p:to>
                                        <p:strVal val="normal"/>
                                      </p:to>
                                    </p:set>
                                    <p:set>
                                      <p:cBhvr override="childStyle">
                                        <p:cTn id="55" dur="indefinite"/>
                                        <p:tgtEl>
                                          <p:spTgt spid="3041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  <p:set>
                                      <p:cBhvr override="childStyle">
                                        <p:cTn id="56" dur="indefinite"/>
                                        <p:tgtEl>
                                          <p:spTgt spid="3041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fals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9" dur="500"/>
                                        <p:tgtEl>
                                          <p:spTgt spid="304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5" presetClass="emph" presetSubtype="1" nodeType="click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set>
                                      <p:cBhvr override="childStyle">
                                        <p:cTn id="63" dur="indefinite"/>
                                        <p:tgtEl>
                                          <p:spTgt spid="3041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style.fontStyle</p:attrName>
                                        </p:attrNameLst>
                                      </p:cBhvr>
                                      <p:to>
                                        <p:strVal val="normal"/>
                                      </p:to>
                                    </p:set>
                                    <p:set>
                                      <p:cBhvr override="childStyle">
                                        <p:cTn id="64" dur="indefinite"/>
                                        <p:tgtEl>
                                          <p:spTgt spid="3041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  <p:set>
                                      <p:cBhvr override="childStyle">
                                        <p:cTn id="65" dur="indefinite"/>
                                        <p:tgtEl>
                                          <p:spTgt spid="3041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fals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4" presetClass="exit" presetSubtype="16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67" dur="500"/>
                                        <p:tgtEl>
                                          <p:spTgt spid="3041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4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3041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3041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5" presetClass="emph" presetSubtype="1" nodeType="click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set>
                                      <p:cBhvr override="childStyle">
                                        <p:cTn id="76" dur="indefinite"/>
                                        <p:tgtEl>
                                          <p:spTgt spid="3041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style.fontStyle</p:attrName>
                                        </p:attrNameLst>
                                      </p:cBhvr>
                                      <p:to>
                                        <p:strVal val="normal"/>
                                      </p:to>
                                    </p:set>
                                    <p:set>
                                      <p:cBhvr override="childStyle">
                                        <p:cTn id="77" dur="indefinite"/>
                                        <p:tgtEl>
                                          <p:spTgt spid="3041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  <p:set>
                                      <p:cBhvr override="childStyle">
                                        <p:cTn id="78" dur="indefinite"/>
                                        <p:tgtEl>
                                          <p:spTgt spid="3041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fals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4" presetClass="exit" presetSubtype="16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80" dur="500"/>
                                        <p:tgtEl>
                                          <p:spTgt spid="3041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4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3041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3041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 nodeType="clickPar">
                      <p:stCondLst>
                        <p:cond delay="indefinite"/>
                      </p:stCondLst>
                      <p:childTnLst>
                        <p:par>
                          <p:cTn id="8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8" presetID="5" presetClass="emph" presetSubtype="1" nodeType="click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set>
                                      <p:cBhvr override="childStyle">
                                        <p:cTn id="89" dur="indefinite"/>
                                        <p:tgtEl>
                                          <p:spTgt spid="3041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style.fontStyle</p:attrName>
                                        </p:attrNameLst>
                                      </p:cBhvr>
                                      <p:to>
                                        <p:strVal val="normal"/>
                                      </p:to>
                                    </p:set>
                                    <p:set>
                                      <p:cBhvr override="childStyle">
                                        <p:cTn id="90" dur="indefinite"/>
                                        <p:tgtEl>
                                          <p:spTgt spid="3041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  <p:set>
                                      <p:cBhvr override="childStyle">
                                        <p:cTn id="91" dur="indefinite"/>
                                        <p:tgtEl>
                                          <p:spTgt spid="3041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fals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 nodeType="clickPar">
                      <p:stCondLst>
                        <p:cond delay="indefinite"/>
                      </p:stCondLst>
                      <p:childTnLst>
                        <p:par>
                          <p:cTn id="9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4" presetID="5" presetClass="emph" presetSubtype="1" nodeType="click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set>
                                      <p:cBhvr override="childStyle">
                                        <p:cTn id="95" dur="indefinite"/>
                                        <p:tgtEl>
                                          <p:spTgt spid="30413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style.fontStyle</p:attrName>
                                        </p:attrNameLst>
                                      </p:cBhvr>
                                      <p:to>
                                        <p:strVal val="normal"/>
                                      </p:to>
                                    </p:set>
                                    <p:set>
                                      <p:cBhvr override="childStyle">
                                        <p:cTn id="96" dur="indefinite"/>
                                        <p:tgtEl>
                                          <p:spTgt spid="30413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  <p:set>
                                      <p:cBhvr override="childStyle">
                                        <p:cTn id="97" dur="indefinite"/>
                                        <p:tgtEl>
                                          <p:spTgt spid="30413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fals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8" presetID="4" presetClass="exit" presetSubtype="16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99" dur="500"/>
                                        <p:tgtEl>
                                          <p:spTgt spid="3041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4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4" presetClass="exit" presetSubtype="16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102" dur="500"/>
                                        <p:tgtEl>
                                          <p:spTgt spid="3041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4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4" presetID="4" presetClass="exit" presetSubtype="16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105" dur="500"/>
                                        <p:tgtEl>
                                          <p:spTgt spid="3041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4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 nodeType="clickPar">
                      <p:stCondLst>
                        <p:cond delay="indefinite"/>
                      </p:stCondLst>
                      <p:childTnLst>
                        <p:par>
                          <p:cTn id="10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9" presetID="5" presetClass="emph" presetSubtype="1" nodeType="click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set>
                                      <p:cBhvr override="childStyle">
                                        <p:cTn id="110" dur="indefinite"/>
                                        <p:tgtEl>
                                          <p:spTgt spid="304131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style.fontStyle</p:attrName>
                                        </p:attrNameLst>
                                      </p:cBhvr>
                                      <p:to>
                                        <p:strVal val="normal"/>
                                      </p:to>
                                    </p:set>
                                    <p:set>
                                      <p:cBhvr override="childStyle">
                                        <p:cTn id="111" dur="indefinite"/>
                                        <p:tgtEl>
                                          <p:spTgt spid="304131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  <p:set>
                                      <p:cBhvr override="childStyle">
                                        <p:cTn id="112" dur="indefinite"/>
                                        <p:tgtEl>
                                          <p:spTgt spid="304131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fals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 nodeType="clickPar">
                      <p:stCondLst>
                        <p:cond delay="indefinite"/>
                      </p:stCondLst>
                      <p:childTnLst>
                        <p:par>
                          <p:cTn id="1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5" presetID="5" presetClass="emph" presetSubtype="1" nodeType="click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set>
                                      <p:cBhvr override="childStyle">
                                        <p:cTn id="116" dur="indefinite"/>
                                        <p:tgtEl>
                                          <p:spTgt spid="304131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style.fontStyle</p:attrName>
                                        </p:attrNameLst>
                                      </p:cBhvr>
                                      <p:to>
                                        <p:strVal val="normal"/>
                                      </p:to>
                                    </p:set>
                                    <p:set>
                                      <p:cBhvr override="childStyle">
                                        <p:cTn id="117" dur="indefinite"/>
                                        <p:tgtEl>
                                          <p:spTgt spid="304131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  <p:set>
                                      <p:cBhvr override="childStyle">
                                        <p:cTn id="118" dur="indefinite"/>
                                        <p:tgtEl>
                                          <p:spTgt spid="304131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fals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4" presetClass="exit" presetSubtype="16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120" dur="500"/>
                                        <p:tgtEl>
                                          <p:spTgt spid="3041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4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2" presetID="4" presetClass="exit" presetSubtype="16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123" dur="500"/>
                                        <p:tgtEl>
                                          <p:spTgt spid="3041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4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 nodeType="clickPar">
                      <p:stCondLst>
                        <p:cond delay="indefinite"/>
                      </p:stCondLst>
                      <p:childTnLst>
                        <p:par>
                          <p:cTn id="1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7" presetID="21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129" dur="500"/>
                                        <p:tgtEl>
                                          <p:spTgt spid="304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4133" grpId="0"/>
      <p:bldP spid="304133" grpId="1"/>
      <p:bldP spid="304134" grpId="0"/>
      <p:bldP spid="304134" grpId="1"/>
      <p:bldP spid="304135" grpId="0"/>
      <p:bldP spid="304135" grpId="1"/>
      <p:bldP spid="304136" grpId="0"/>
      <p:bldP spid="304136" grpId="1"/>
      <p:bldP spid="304137" grpId="0"/>
      <p:bldP spid="304137" grpId="1"/>
      <p:bldP spid="304138" grpId="0" animBg="1"/>
      <p:bldP spid="304140" grpId="0"/>
      <p:bldP spid="304140" grpId="1"/>
      <p:bldP spid="304141" grpId="0"/>
      <p:bldP spid="304141" grpId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22">
            <a:extLst>
              <a:ext uri="{FF2B5EF4-FFF2-40B4-BE49-F238E27FC236}">
                <a16:creationId xmlns:a16="http://schemas.microsoft.com/office/drawing/2014/main" id="{7566F3D2-61CF-46B0-AAAD-A6C0BD645D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80000"/>
              </a:lnSpc>
            </a:pPr>
            <a:fld id="{60E4F781-F159-442E-AADE-E2E3B976FBCD}" type="slidenum">
              <a:rPr lang="he-IL" altLang="he-IL" sz="1200">
                <a:solidFill>
                  <a:srgbClr val="FFFFFF"/>
                </a:solidFill>
              </a:rPr>
              <a:pPr eaLnBrk="1" hangingPunct="1">
                <a:lnSpc>
                  <a:spcPct val="80000"/>
                </a:lnSpc>
              </a:pPr>
              <a:t>28</a:t>
            </a:fld>
            <a:endParaRPr lang="en-US" altLang="he-IL" sz="1200">
              <a:solidFill>
                <a:srgbClr val="FFFFFF"/>
              </a:solidFill>
            </a:endParaRPr>
          </a:p>
        </p:txBody>
      </p:sp>
      <p:sp>
        <p:nvSpPr>
          <p:cNvPr id="36867" name="Rectangle 2">
            <a:extLst>
              <a:ext uri="{FF2B5EF4-FFF2-40B4-BE49-F238E27FC236}">
                <a16:creationId xmlns:a16="http://schemas.microsoft.com/office/drawing/2014/main" id="{769C8D44-EB27-4BC9-AB53-827B61052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28600"/>
            <a:ext cx="8153400" cy="990600"/>
          </a:xfrm>
        </p:spPr>
        <p:txBody>
          <a:bodyPr/>
          <a:lstStyle/>
          <a:p>
            <a:pPr algn="r" rtl="1" eaLnBrk="1" hangingPunct="1"/>
            <a:r>
              <a:rPr lang="he-IL" altLang="he-IL"/>
              <a:t>העברת פרמטרים </a:t>
            </a:r>
            <a:r>
              <a:rPr lang="en-US" altLang="he-IL"/>
              <a:t>by reference</a:t>
            </a:r>
          </a:p>
        </p:txBody>
      </p:sp>
      <p:sp>
        <p:nvSpPr>
          <p:cNvPr id="36868" name="Rectangle 3">
            <a:extLst>
              <a:ext uri="{FF2B5EF4-FFF2-40B4-BE49-F238E27FC236}">
                <a16:creationId xmlns:a16="http://schemas.microsoft.com/office/drawing/2014/main" id="{72B81F55-1F1E-4B85-ADFF-C10C04FE3E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775" y="1600200"/>
            <a:ext cx="8153400" cy="4876800"/>
          </a:xfrm>
        </p:spPr>
        <p:txBody>
          <a:bodyPr/>
          <a:lstStyle/>
          <a:p>
            <a:pPr algn="r" rtl="1" eaLnBrk="1" hangingPunct="1">
              <a:lnSpc>
                <a:spcPct val="90000"/>
              </a:lnSpc>
            </a:pPr>
            <a:endParaRPr lang="he-IL" altLang="he-IL" dirty="0"/>
          </a:p>
          <a:p>
            <a:pPr algn="r" rtl="1" eaLnBrk="1" hangingPunct="1">
              <a:lnSpc>
                <a:spcPct val="90000"/>
              </a:lnSpc>
            </a:pPr>
            <a:r>
              <a:rPr lang="he-IL" altLang="he-IL" dirty="0"/>
              <a:t>ניתן להעביר לשיטות את המשתנים המקורים, ולא רק את הערכים שלהם</a:t>
            </a:r>
          </a:p>
          <a:p>
            <a:pPr algn="r" rtl="1" eaLnBrk="1" hangingPunct="1">
              <a:lnSpc>
                <a:spcPct val="90000"/>
              </a:lnSpc>
            </a:pPr>
            <a:r>
              <a:rPr lang="he-IL" altLang="he-IL" dirty="0"/>
              <a:t>העברה כזו של משתנים נקראת </a:t>
            </a:r>
            <a:r>
              <a:rPr lang="en-US" altLang="he-IL" dirty="0"/>
              <a:t>by reference</a:t>
            </a:r>
            <a:endParaRPr lang="he-IL" altLang="he-IL" dirty="0"/>
          </a:p>
          <a:p>
            <a:pPr lvl="1" algn="r" rtl="1" eaLnBrk="1" hangingPunct="1">
              <a:lnSpc>
                <a:spcPct val="90000"/>
              </a:lnSpc>
            </a:pPr>
            <a:r>
              <a:rPr lang="he-IL" altLang="he-IL" dirty="0"/>
              <a:t>בעזרת העברת משתנים </a:t>
            </a:r>
            <a:r>
              <a:rPr lang="en-US" altLang="he-IL" dirty="0"/>
              <a:t>by ref</a:t>
            </a:r>
            <a:r>
              <a:rPr lang="he-IL" altLang="he-IL" dirty="0"/>
              <a:t> נוכל לפתור את הבעיה של השיטה </a:t>
            </a:r>
            <a:r>
              <a:rPr lang="en-US" altLang="he-IL" dirty="0"/>
              <a:t>Swap</a:t>
            </a:r>
            <a:endParaRPr lang="he-IL" altLang="he-IL" dirty="0"/>
          </a:p>
          <a:p>
            <a:pPr algn="r" rtl="1" eaLnBrk="1" hangingPunct="1">
              <a:lnSpc>
                <a:spcPct val="90000"/>
              </a:lnSpc>
            </a:pPr>
            <a:r>
              <a:rPr lang="he-IL" altLang="he-IL" dirty="0"/>
              <a:t>מבחינת תחביר:</a:t>
            </a:r>
          </a:p>
          <a:p>
            <a:pPr lvl="1" algn="r" rtl="1" eaLnBrk="1" hangingPunct="1">
              <a:lnSpc>
                <a:spcPct val="90000"/>
              </a:lnSpc>
            </a:pPr>
            <a:r>
              <a:rPr lang="he-IL" altLang="he-IL" dirty="0"/>
              <a:t>כאשר שיטה רוצה לקבל משתנה </a:t>
            </a:r>
            <a:r>
              <a:rPr lang="en-US" altLang="he-IL" dirty="0"/>
              <a:t>by ref</a:t>
            </a:r>
            <a:r>
              <a:rPr lang="he-IL" altLang="he-IL" dirty="0"/>
              <a:t> תצוין לפני שם הפרמטר המילה </a:t>
            </a:r>
            <a:r>
              <a:rPr lang="en-US" altLang="he-IL" dirty="0"/>
              <a:t>ref</a:t>
            </a:r>
            <a:endParaRPr lang="he-IL" altLang="he-IL" dirty="0"/>
          </a:p>
          <a:p>
            <a:pPr lvl="1" algn="r" rtl="1" eaLnBrk="1" hangingPunct="1">
              <a:lnSpc>
                <a:spcPct val="90000"/>
              </a:lnSpc>
            </a:pPr>
            <a:r>
              <a:rPr lang="he-IL" altLang="he-IL" dirty="0"/>
              <a:t>כאשר מעבירים משתנה לשיטה שמקבלת פרמטר </a:t>
            </a:r>
            <a:r>
              <a:rPr lang="en-US" altLang="he-IL" dirty="0"/>
              <a:t>by reference</a:t>
            </a:r>
            <a:r>
              <a:rPr lang="he-IL" altLang="he-IL" dirty="0"/>
              <a:t> גם יש לציין לפני ההעברה את המילה </a:t>
            </a:r>
            <a:r>
              <a:rPr lang="en-US" altLang="he-IL" dirty="0"/>
              <a:t>ref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lide Number Placeholder 22">
            <a:extLst>
              <a:ext uri="{FF2B5EF4-FFF2-40B4-BE49-F238E27FC236}">
                <a16:creationId xmlns:a16="http://schemas.microsoft.com/office/drawing/2014/main" id="{7376A6C6-2ABC-4045-8B57-1426A3EDAE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80000"/>
              </a:lnSpc>
            </a:pPr>
            <a:fld id="{9550930C-AAE5-49BA-A78F-0B59E1BAA1ED}" type="slidenum">
              <a:rPr lang="he-IL" altLang="he-IL" sz="1200">
                <a:solidFill>
                  <a:srgbClr val="FFFFFF"/>
                </a:solidFill>
              </a:rPr>
              <a:pPr eaLnBrk="1" hangingPunct="1">
                <a:lnSpc>
                  <a:spcPct val="80000"/>
                </a:lnSpc>
              </a:pPr>
              <a:t>29</a:t>
            </a:fld>
            <a:endParaRPr lang="en-US" altLang="he-IL" sz="1200">
              <a:solidFill>
                <a:srgbClr val="FFFFFF"/>
              </a:solidFill>
            </a:endParaRPr>
          </a:p>
        </p:txBody>
      </p:sp>
      <p:sp>
        <p:nvSpPr>
          <p:cNvPr id="37891" name="Rectangle 2">
            <a:extLst>
              <a:ext uri="{FF2B5EF4-FFF2-40B4-BE49-F238E27FC236}">
                <a16:creationId xmlns:a16="http://schemas.microsoft.com/office/drawing/2014/main" id="{34235950-FD1E-4113-9DF5-B09096DF86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" y="228600"/>
            <a:ext cx="8610600" cy="990600"/>
          </a:xfrm>
        </p:spPr>
        <p:txBody>
          <a:bodyPr/>
          <a:lstStyle/>
          <a:p>
            <a:pPr algn="r" rtl="1" eaLnBrk="1" hangingPunct="1"/>
            <a:r>
              <a:rPr lang="he-IL" altLang="he-IL" sz="4000"/>
              <a:t>העברת פרמטרים </a:t>
            </a:r>
            <a:r>
              <a:rPr lang="en-US" altLang="he-IL" sz="4000"/>
              <a:t>by reference</a:t>
            </a:r>
            <a:r>
              <a:rPr lang="he-IL" altLang="he-IL" sz="4000"/>
              <a:t> – הדוגמא  </a:t>
            </a:r>
            <a:r>
              <a:rPr lang="en-US" altLang="he-IL" sz="4000"/>
              <a:t>swap</a:t>
            </a:r>
            <a:r>
              <a:rPr lang="he-IL" altLang="he-IL" sz="4000"/>
              <a:t> (החלפת ערכי 2 משתנים)</a:t>
            </a:r>
            <a:endParaRPr lang="en-US" altLang="he-IL" sz="4000"/>
          </a:p>
        </p:txBody>
      </p:sp>
      <p:sp>
        <p:nvSpPr>
          <p:cNvPr id="307203" name="Rectangle 3">
            <a:extLst>
              <a:ext uri="{FF2B5EF4-FFF2-40B4-BE49-F238E27FC236}">
                <a16:creationId xmlns:a16="http://schemas.microsoft.com/office/drawing/2014/main" id="{3B5EADD5-3625-4765-8780-85FA19D361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-457200" y="1752600"/>
            <a:ext cx="9601200" cy="4525963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he-IL" sz="1800" dirty="0">
                <a:solidFill>
                  <a:schemeClr val="hlink"/>
                </a:solidFill>
              </a:rPr>
              <a:t>       </a:t>
            </a:r>
            <a:r>
              <a:rPr lang="en-US" altLang="he-IL" sz="1800" noProof="1">
                <a:solidFill>
                  <a:schemeClr val="hlink"/>
                </a:solidFill>
              </a:rPr>
              <a:t>public static void</a:t>
            </a:r>
            <a:r>
              <a:rPr lang="en-US" altLang="he-IL" sz="1800" noProof="1"/>
              <a:t> Swap(</a:t>
            </a:r>
            <a:r>
              <a:rPr lang="en-US" altLang="he-IL" sz="1800" b="1" dirty="0">
                <a:solidFill>
                  <a:schemeClr val="hlink"/>
                </a:solidFill>
              </a:rPr>
              <a:t>ref</a:t>
            </a:r>
            <a:r>
              <a:rPr lang="en-US" altLang="he-IL" sz="1800" dirty="0">
                <a:solidFill>
                  <a:schemeClr val="hlink"/>
                </a:solidFill>
              </a:rPr>
              <a:t> </a:t>
            </a:r>
            <a:r>
              <a:rPr lang="en-US" altLang="he-IL" sz="1800" noProof="1"/>
              <a:t>int x, </a:t>
            </a:r>
            <a:r>
              <a:rPr lang="en-US" altLang="he-IL" sz="1800" b="1" dirty="0">
                <a:solidFill>
                  <a:schemeClr val="hlink"/>
                </a:solidFill>
              </a:rPr>
              <a:t>ref</a:t>
            </a:r>
            <a:r>
              <a:rPr lang="en-US" altLang="he-IL" sz="1800" dirty="0"/>
              <a:t> </a:t>
            </a:r>
            <a:r>
              <a:rPr lang="en-US" altLang="he-IL" sz="1800" noProof="1"/>
              <a:t>int y)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he-IL" sz="1800" noProof="1"/>
              <a:t>        {</a:t>
            </a:r>
          </a:p>
          <a:p>
            <a:pPr eaLnBrk="1" hangingPunct="1">
              <a:lnSpc>
                <a:spcPct val="80000"/>
              </a:lnSpc>
              <a:buNone/>
            </a:pPr>
            <a:r>
              <a:rPr lang="en-US" altLang="he-IL" sz="1800" noProof="1"/>
              <a:t>            Console.WriteLine("In start swap: x={x}, y={y}");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he-IL" sz="1800" noProof="1"/>
              <a:t>            int temp = x;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he-IL" sz="1800" noProof="1"/>
              <a:t>            x = y;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he-IL" sz="1800" noProof="1"/>
              <a:t>            y = temp;</a:t>
            </a:r>
          </a:p>
          <a:p>
            <a:pPr eaLnBrk="1" hangingPunct="1">
              <a:lnSpc>
                <a:spcPct val="80000"/>
              </a:lnSpc>
              <a:buNone/>
            </a:pPr>
            <a:r>
              <a:rPr lang="en-US" altLang="he-IL" sz="1800" noProof="1"/>
              <a:t>            Console.WriteLine("In end swap: x={x}, y={y}");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he-IL" sz="1800" noProof="1"/>
              <a:t>        }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altLang="he-IL" sz="1800" noProof="1"/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he-IL" sz="1800" noProof="1"/>
              <a:t>        </a:t>
            </a:r>
            <a:r>
              <a:rPr lang="en-US" altLang="he-IL" sz="1800" noProof="1">
                <a:solidFill>
                  <a:schemeClr val="hlink"/>
                </a:solidFill>
              </a:rPr>
              <a:t>static void</a:t>
            </a:r>
            <a:r>
              <a:rPr lang="en-US" altLang="he-IL" sz="1800" noProof="1"/>
              <a:t> Main(string[] args)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he-IL" sz="1800" noProof="1"/>
              <a:t>        {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he-IL" sz="1800" noProof="1"/>
              <a:t>            int num1 = 5, num2 = 7;</a:t>
            </a:r>
          </a:p>
          <a:p>
            <a:pPr eaLnBrk="1" hangingPunct="1">
              <a:lnSpc>
                <a:spcPct val="80000"/>
              </a:lnSpc>
              <a:buNone/>
            </a:pPr>
            <a:r>
              <a:rPr lang="en-US" altLang="he-IL" sz="1800" noProof="1"/>
              <a:t>            Console.WriteLine($"Before swap: num1={num1}, num2={num2}");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he-IL" sz="1800" noProof="1"/>
              <a:t>            Swap(</a:t>
            </a:r>
            <a:r>
              <a:rPr lang="en-US" altLang="he-IL" sz="1800" b="1" dirty="0">
                <a:solidFill>
                  <a:schemeClr val="hlink"/>
                </a:solidFill>
              </a:rPr>
              <a:t>ref </a:t>
            </a:r>
            <a:r>
              <a:rPr lang="en-US" altLang="he-IL" sz="1800" noProof="1"/>
              <a:t>num1, </a:t>
            </a:r>
            <a:r>
              <a:rPr lang="en-US" altLang="he-IL" sz="1800" b="1" dirty="0">
                <a:solidFill>
                  <a:schemeClr val="hlink"/>
                </a:solidFill>
              </a:rPr>
              <a:t>ref</a:t>
            </a:r>
            <a:r>
              <a:rPr lang="en-US" altLang="he-IL" sz="1800" dirty="0"/>
              <a:t> </a:t>
            </a:r>
            <a:r>
              <a:rPr lang="en-US" altLang="he-IL" sz="1800" noProof="1"/>
              <a:t>num2);</a:t>
            </a:r>
          </a:p>
          <a:p>
            <a:pPr eaLnBrk="1" hangingPunct="1">
              <a:lnSpc>
                <a:spcPct val="80000"/>
              </a:lnSpc>
              <a:buNone/>
            </a:pPr>
            <a:r>
              <a:rPr lang="en-US" altLang="he-IL" sz="1800" noProof="1"/>
              <a:t>            Console.WriteLine($"After swap: num1={num1}, num2={num2}");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he-IL" sz="1800" noProof="1"/>
              <a:t>        }</a:t>
            </a:r>
            <a:endParaRPr lang="en-US" altLang="he-IL" sz="1800" dirty="0"/>
          </a:p>
        </p:txBody>
      </p:sp>
      <p:sp>
        <p:nvSpPr>
          <p:cNvPr id="307207" name="Text Box 7">
            <a:extLst>
              <a:ext uri="{FF2B5EF4-FFF2-40B4-BE49-F238E27FC236}">
                <a16:creationId xmlns:a16="http://schemas.microsoft.com/office/drawing/2014/main" id="{DBAA466C-AAF5-4520-8806-DCAF55CD64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2605088"/>
            <a:ext cx="7620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he-IL" b="1">
                <a:solidFill>
                  <a:srgbClr val="FF0000"/>
                </a:solidFill>
                <a:sym typeface="Wingdings" panose="05000000000000000000" pitchFamily="2" charset="2"/>
              </a:rPr>
              <a:t> </a:t>
            </a:r>
            <a:r>
              <a:rPr lang="he-IL" altLang="he-IL" b="1">
                <a:solidFill>
                  <a:srgbClr val="FF0000"/>
                </a:solidFill>
              </a:rPr>
              <a:t>5</a:t>
            </a:r>
            <a:endParaRPr lang="en-US" altLang="he-IL" b="1">
              <a:solidFill>
                <a:srgbClr val="FF0000"/>
              </a:solidFill>
            </a:endParaRPr>
          </a:p>
        </p:txBody>
      </p:sp>
      <p:sp>
        <p:nvSpPr>
          <p:cNvPr id="307211" name="Text Box 11">
            <a:extLst>
              <a:ext uri="{FF2B5EF4-FFF2-40B4-BE49-F238E27FC236}">
                <a16:creationId xmlns:a16="http://schemas.microsoft.com/office/drawing/2014/main" id="{94E4FA67-7AA3-4320-81A1-2CE7DF7DBA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4876800"/>
            <a:ext cx="762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he-IL" altLang="he-IL" b="1">
                <a:solidFill>
                  <a:srgbClr val="FF0000"/>
                </a:solidFill>
              </a:rPr>
              <a:t>5</a:t>
            </a:r>
            <a:endParaRPr lang="en-US" altLang="he-IL" b="1">
              <a:solidFill>
                <a:srgbClr val="FF0000"/>
              </a:solidFill>
            </a:endParaRPr>
          </a:p>
        </p:txBody>
      </p:sp>
      <p:sp>
        <p:nvSpPr>
          <p:cNvPr id="307212" name="Text Box 12">
            <a:extLst>
              <a:ext uri="{FF2B5EF4-FFF2-40B4-BE49-F238E27FC236}">
                <a16:creationId xmlns:a16="http://schemas.microsoft.com/office/drawing/2014/main" id="{0880E13F-F474-46DD-8973-C1D2853D95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7800" y="4876800"/>
            <a:ext cx="762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he-IL" altLang="he-IL" b="1">
                <a:solidFill>
                  <a:srgbClr val="FF0000"/>
                </a:solidFill>
              </a:rPr>
              <a:t>7</a:t>
            </a:r>
            <a:endParaRPr lang="en-US" altLang="he-IL" b="1">
              <a:solidFill>
                <a:srgbClr val="FF0000"/>
              </a:solidFill>
            </a:endParaRPr>
          </a:p>
        </p:txBody>
      </p:sp>
      <p:pic>
        <p:nvPicPr>
          <p:cNvPr id="37896" name="Picture 13">
            <a:extLst>
              <a:ext uri="{FF2B5EF4-FFF2-40B4-BE49-F238E27FC236}">
                <a16:creationId xmlns:a16="http://schemas.microsoft.com/office/drawing/2014/main" id="{CB1DB761-AA3C-4879-9FAD-57D0047BAA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29200" y="3962400"/>
            <a:ext cx="3886200" cy="1397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214" name="Line 14">
            <a:extLst>
              <a:ext uri="{FF2B5EF4-FFF2-40B4-BE49-F238E27FC236}">
                <a16:creationId xmlns:a16="http://schemas.microsoft.com/office/drawing/2014/main" id="{AC34C319-EC5C-4CD3-872A-29153409462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066800" y="1981200"/>
            <a:ext cx="2057400" cy="2971800"/>
          </a:xfrm>
          <a:prstGeom prst="line">
            <a:avLst/>
          </a:prstGeom>
          <a:noFill/>
          <a:ln w="28575">
            <a:solidFill>
              <a:schemeClr val="accent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he-IL"/>
          </a:p>
        </p:txBody>
      </p:sp>
      <p:sp>
        <p:nvSpPr>
          <p:cNvPr id="307215" name="Line 15">
            <a:extLst>
              <a:ext uri="{FF2B5EF4-FFF2-40B4-BE49-F238E27FC236}">
                <a16:creationId xmlns:a16="http://schemas.microsoft.com/office/drawing/2014/main" id="{7964BE05-CB97-4FAC-9CBF-B73D4C67F48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133600" y="1981200"/>
            <a:ext cx="1828800" cy="2895600"/>
          </a:xfrm>
          <a:prstGeom prst="line">
            <a:avLst/>
          </a:prstGeom>
          <a:noFill/>
          <a:ln w="28575">
            <a:solidFill>
              <a:schemeClr val="accent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he-IL"/>
          </a:p>
        </p:txBody>
      </p:sp>
      <p:sp>
        <p:nvSpPr>
          <p:cNvPr id="307216" name="Text Box 16">
            <a:extLst>
              <a:ext uri="{FF2B5EF4-FFF2-40B4-BE49-F238E27FC236}">
                <a16:creationId xmlns:a16="http://schemas.microsoft.com/office/drawing/2014/main" id="{16ADE6E7-098C-444C-BB44-53868D650E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4876800"/>
            <a:ext cx="762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he-IL" altLang="he-IL" b="1">
                <a:solidFill>
                  <a:srgbClr val="FF0000"/>
                </a:solidFill>
              </a:rPr>
              <a:t>7</a:t>
            </a:r>
            <a:endParaRPr lang="en-US" altLang="he-IL" b="1">
              <a:solidFill>
                <a:srgbClr val="FF0000"/>
              </a:solidFill>
            </a:endParaRPr>
          </a:p>
        </p:txBody>
      </p:sp>
      <p:sp>
        <p:nvSpPr>
          <p:cNvPr id="307217" name="Text Box 17">
            <a:extLst>
              <a:ext uri="{FF2B5EF4-FFF2-40B4-BE49-F238E27FC236}">
                <a16:creationId xmlns:a16="http://schemas.microsoft.com/office/drawing/2014/main" id="{3D2BDDD9-99F4-40CF-B741-D17C31E215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7800" y="4876800"/>
            <a:ext cx="762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he-IL" altLang="he-IL" b="1">
                <a:solidFill>
                  <a:srgbClr val="FF0000"/>
                </a:solidFill>
              </a:rPr>
              <a:t>5</a:t>
            </a:r>
            <a:endParaRPr lang="en-US" altLang="he-IL" b="1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mph" presetSubtype="1" nodeType="click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set>
                                      <p:cBhvr override="childStyle">
                                        <p:cTn id="6" dur="indefinite"/>
                                        <p:tgtEl>
                                          <p:spTgt spid="30720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style.fontStyle</p:attrName>
                                        </p:attrNameLst>
                                      </p:cBhvr>
                                      <p:to>
                                        <p:strVal val="normal"/>
                                      </p:to>
                                    </p:set>
                                    <p:set>
                                      <p:cBhvr override="childStyle">
                                        <p:cTn id="7" dur="indefinite"/>
                                        <p:tgtEl>
                                          <p:spTgt spid="30720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  <p:set>
                                      <p:cBhvr override="childStyle">
                                        <p:cTn id="8" dur="indefinite"/>
                                        <p:tgtEl>
                                          <p:spTgt spid="30720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fals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5" presetClass="emph" presetSubtype="1" nodeType="click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set>
                                      <p:cBhvr override="childStyle">
                                        <p:cTn id="12" dur="indefinite"/>
                                        <p:tgtEl>
                                          <p:spTgt spid="30720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style.fontStyle</p:attrName>
                                        </p:attrNameLst>
                                      </p:cBhvr>
                                      <p:to>
                                        <p:strVal val="normal"/>
                                      </p:to>
                                    </p:set>
                                    <p:set>
                                      <p:cBhvr override="childStyle">
                                        <p:cTn id="13" dur="indefinite"/>
                                        <p:tgtEl>
                                          <p:spTgt spid="30720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  <p:set>
                                      <p:cBhvr override="childStyle">
                                        <p:cTn id="14" dur="indefinite"/>
                                        <p:tgtEl>
                                          <p:spTgt spid="30720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fals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307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0" dur="500"/>
                                        <p:tgtEl>
                                          <p:spTgt spid="3072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5" presetClass="emph" presetSubtype="1" nodeType="click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set>
                                      <p:cBhvr override="childStyle">
                                        <p:cTn id="24" dur="indefinite"/>
                                        <p:tgtEl>
                                          <p:spTgt spid="30720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style.fontStyle</p:attrName>
                                        </p:attrNameLst>
                                      </p:cBhvr>
                                      <p:to>
                                        <p:strVal val="normal"/>
                                      </p:to>
                                    </p:set>
                                    <p:set>
                                      <p:cBhvr override="childStyle">
                                        <p:cTn id="25" dur="indefinite"/>
                                        <p:tgtEl>
                                          <p:spTgt spid="30720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  <p:set>
                                      <p:cBhvr override="childStyle">
                                        <p:cTn id="26" dur="indefinite"/>
                                        <p:tgtEl>
                                          <p:spTgt spid="30720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fals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5" presetClass="emph" presetSubtype="1" nodeType="click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set>
                                      <p:cBhvr override="childStyle">
                                        <p:cTn id="30" dur="indefinite"/>
                                        <p:tgtEl>
                                          <p:spTgt spid="30720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style.fontStyle</p:attrName>
                                        </p:attrNameLst>
                                      </p:cBhvr>
                                      <p:to>
                                        <p:strVal val="normal"/>
                                      </p:to>
                                    </p:set>
                                    <p:set>
                                      <p:cBhvr override="childStyle">
                                        <p:cTn id="31" dur="indefinite"/>
                                        <p:tgtEl>
                                          <p:spTgt spid="30720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  <p:set>
                                      <p:cBhvr override="childStyle">
                                        <p:cTn id="32" dur="indefinite"/>
                                        <p:tgtEl>
                                          <p:spTgt spid="30720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fals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5" presetClass="emph" presetSubtype="1" nodeType="click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set>
                                      <p:cBhvr override="childStyle">
                                        <p:cTn id="36" dur="indefinite"/>
                                        <p:tgtEl>
                                          <p:spTgt spid="3072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style.fontStyle</p:attrName>
                                        </p:attrNameLst>
                                      </p:cBhvr>
                                      <p:to>
                                        <p:strVal val="normal"/>
                                      </p:to>
                                    </p:set>
                                    <p:set>
                                      <p:cBhvr override="childStyle">
                                        <p:cTn id="37" dur="indefinite"/>
                                        <p:tgtEl>
                                          <p:spTgt spid="3072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  <p:set>
                                      <p:cBhvr override="childStyle">
                                        <p:cTn id="38" dur="indefinite"/>
                                        <p:tgtEl>
                                          <p:spTgt spid="3072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fals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1" dur="500"/>
                                        <p:tgtEl>
                                          <p:spTgt spid="307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4" dur="500"/>
                                        <p:tgtEl>
                                          <p:spTgt spid="307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5" presetClass="emph" presetSubtype="1" nodeType="click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set>
                                      <p:cBhvr override="childStyle">
                                        <p:cTn id="48" dur="indefinite"/>
                                        <p:tgtEl>
                                          <p:spTgt spid="3072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style.fontStyle</p:attrName>
                                        </p:attrNameLst>
                                      </p:cBhvr>
                                      <p:to>
                                        <p:strVal val="normal"/>
                                      </p:to>
                                    </p:set>
                                    <p:set>
                                      <p:cBhvr override="childStyle">
                                        <p:cTn id="49" dur="indefinite"/>
                                        <p:tgtEl>
                                          <p:spTgt spid="3072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  <p:set>
                                      <p:cBhvr override="childStyle">
                                        <p:cTn id="50" dur="indefinite"/>
                                        <p:tgtEl>
                                          <p:spTgt spid="3072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fals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5" presetClass="emph" presetSubtype="1" nodeType="click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set>
                                      <p:cBhvr override="childStyle">
                                        <p:cTn id="54" dur="indefinite"/>
                                        <p:tgtEl>
                                          <p:spTgt spid="3072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style.fontStyle</p:attrName>
                                        </p:attrNameLst>
                                      </p:cBhvr>
                                      <p:to>
                                        <p:strVal val="normal"/>
                                      </p:to>
                                    </p:set>
                                    <p:set>
                                      <p:cBhvr override="childStyle">
                                        <p:cTn id="55" dur="indefinite"/>
                                        <p:tgtEl>
                                          <p:spTgt spid="3072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  <p:set>
                                      <p:cBhvr override="childStyle">
                                        <p:cTn id="56" dur="indefinite"/>
                                        <p:tgtEl>
                                          <p:spTgt spid="3072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fals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9" dur="500"/>
                                        <p:tgtEl>
                                          <p:spTgt spid="3072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5" presetClass="emph" presetSubtype="1" nodeType="click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set>
                                      <p:cBhvr override="childStyle">
                                        <p:cTn id="63" dur="indefinite"/>
                                        <p:tgtEl>
                                          <p:spTgt spid="3072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style.fontStyle</p:attrName>
                                        </p:attrNameLst>
                                      </p:cBhvr>
                                      <p:to>
                                        <p:strVal val="normal"/>
                                      </p:to>
                                    </p:set>
                                    <p:set>
                                      <p:cBhvr override="childStyle">
                                        <p:cTn id="64" dur="indefinite"/>
                                        <p:tgtEl>
                                          <p:spTgt spid="3072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  <p:set>
                                      <p:cBhvr override="childStyle">
                                        <p:cTn id="65" dur="indefinite"/>
                                        <p:tgtEl>
                                          <p:spTgt spid="3072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fals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4" presetClass="exit" presetSubtype="16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67" dur="500"/>
                                        <p:tgtEl>
                                          <p:spTgt spid="3072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7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3072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3072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5" presetClass="emph" presetSubtype="1" nodeType="click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set>
                                      <p:cBhvr override="childStyle">
                                        <p:cTn id="76" dur="indefinite"/>
                                        <p:tgtEl>
                                          <p:spTgt spid="3072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style.fontStyle</p:attrName>
                                        </p:attrNameLst>
                                      </p:cBhvr>
                                      <p:to>
                                        <p:strVal val="normal"/>
                                      </p:to>
                                    </p:set>
                                    <p:set>
                                      <p:cBhvr override="childStyle">
                                        <p:cTn id="77" dur="indefinite"/>
                                        <p:tgtEl>
                                          <p:spTgt spid="3072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  <p:set>
                                      <p:cBhvr override="childStyle">
                                        <p:cTn id="78" dur="indefinite"/>
                                        <p:tgtEl>
                                          <p:spTgt spid="3072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fals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4" presetClass="exit" presetSubtype="16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80" dur="500"/>
                                        <p:tgtEl>
                                          <p:spTgt spid="3072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7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3072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3072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 nodeType="clickPar">
                      <p:stCondLst>
                        <p:cond delay="indefinite"/>
                      </p:stCondLst>
                      <p:childTnLst>
                        <p:par>
                          <p:cTn id="8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8" presetID="5" presetClass="emph" presetSubtype="1" nodeType="click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set>
                                      <p:cBhvr override="childStyle">
                                        <p:cTn id="89" dur="indefinite"/>
                                        <p:tgtEl>
                                          <p:spTgt spid="3072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style.fontStyle</p:attrName>
                                        </p:attrNameLst>
                                      </p:cBhvr>
                                      <p:to>
                                        <p:strVal val="normal"/>
                                      </p:to>
                                    </p:set>
                                    <p:set>
                                      <p:cBhvr override="childStyle">
                                        <p:cTn id="90" dur="indefinite"/>
                                        <p:tgtEl>
                                          <p:spTgt spid="3072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  <p:set>
                                      <p:cBhvr override="childStyle">
                                        <p:cTn id="91" dur="indefinite"/>
                                        <p:tgtEl>
                                          <p:spTgt spid="3072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fals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 nodeType="clickPar">
                      <p:stCondLst>
                        <p:cond delay="indefinite"/>
                      </p:stCondLst>
                      <p:childTnLst>
                        <p:par>
                          <p:cTn id="9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4" presetID="5" presetClass="emph" presetSubtype="1" nodeType="click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set>
                                      <p:cBhvr override="childStyle">
                                        <p:cTn id="95" dur="indefinite"/>
                                        <p:tgtEl>
                                          <p:spTgt spid="30720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style.fontStyle</p:attrName>
                                        </p:attrNameLst>
                                      </p:cBhvr>
                                      <p:to>
                                        <p:strVal val="normal"/>
                                      </p:to>
                                    </p:set>
                                    <p:set>
                                      <p:cBhvr override="childStyle">
                                        <p:cTn id="96" dur="indefinite"/>
                                        <p:tgtEl>
                                          <p:spTgt spid="30720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  <p:set>
                                      <p:cBhvr override="childStyle">
                                        <p:cTn id="97" dur="indefinite"/>
                                        <p:tgtEl>
                                          <p:spTgt spid="30720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fals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8" presetID="4" presetClass="exit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99" dur="500"/>
                                        <p:tgtEl>
                                          <p:spTgt spid="3072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7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4" presetClass="exit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102" dur="500"/>
                                        <p:tgtEl>
                                          <p:spTgt spid="3072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7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4" presetID="4" presetClass="exit" presetSubtype="16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105" dur="500"/>
                                        <p:tgtEl>
                                          <p:spTgt spid="30720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7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 nodeType="clickPar">
                      <p:stCondLst>
                        <p:cond delay="indefinite"/>
                      </p:stCondLst>
                      <p:childTnLst>
                        <p:par>
                          <p:cTn id="10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9" presetID="5" presetClass="emph" presetSubtype="1" nodeType="click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set>
                                      <p:cBhvr override="childStyle">
                                        <p:cTn id="110" dur="indefinite"/>
                                        <p:tgtEl>
                                          <p:spTgt spid="30720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style.fontStyle</p:attrName>
                                        </p:attrNameLst>
                                      </p:cBhvr>
                                      <p:to>
                                        <p:strVal val="normal"/>
                                      </p:to>
                                    </p:set>
                                    <p:set>
                                      <p:cBhvr override="childStyle">
                                        <p:cTn id="111" dur="indefinite"/>
                                        <p:tgtEl>
                                          <p:spTgt spid="30720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  <p:set>
                                      <p:cBhvr override="childStyle">
                                        <p:cTn id="112" dur="indefinite"/>
                                        <p:tgtEl>
                                          <p:spTgt spid="30720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fals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 nodeType="clickPar">
                      <p:stCondLst>
                        <p:cond delay="indefinite"/>
                      </p:stCondLst>
                      <p:childTnLst>
                        <p:par>
                          <p:cTn id="1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5" presetID="5" presetClass="emph" presetSubtype="1" nodeType="click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set>
                                      <p:cBhvr override="childStyle">
                                        <p:cTn id="116" dur="indefinite"/>
                                        <p:tgtEl>
                                          <p:spTgt spid="30720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style.fontStyle</p:attrName>
                                        </p:attrNameLst>
                                      </p:cBhvr>
                                      <p:to>
                                        <p:strVal val="normal"/>
                                      </p:to>
                                    </p:set>
                                    <p:set>
                                      <p:cBhvr override="childStyle">
                                        <p:cTn id="117" dur="indefinite"/>
                                        <p:tgtEl>
                                          <p:spTgt spid="30720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  <p:set>
                                      <p:cBhvr override="childStyle">
                                        <p:cTn id="118" dur="indefinite"/>
                                        <p:tgtEl>
                                          <p:spTgt spid="30720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fals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4" presetClass="exit" presetSubtype="16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120" dur="500"/>
                                        <p:tgtEl>
                                          <p:spTgt spid="3072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7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2" presetID="4" presetClass="exit" presetSubtype="16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123" dur="500"/>
                                        <p:tgtEl>
                                          <p:spTgt spid="3072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7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207" grpId="0"/>
      <p:bldP spid="307207" grpId="1"/>
      <p:bldP spid="307211" grpId="0"/>
      <p:bldP spid="307211" grpId="1"/>
      <p:bldP spid="307212" grpId="0"/>
      <p:bldP spid="307212" grpId="1"/>
      <p:bldP spid="307216" grpId="0"/>
      <p:bldP spid="307216" grpId="1"/>
      <p:bldP spid="307217" grpId="0"/>
      <p:bldP spid="307217" grpId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22">
            <a:extLst>
              <a:ext uri="{FF2B5EF4-FFF2-40B4-BE49-F238E27FC236}">
                <a16:creationId xmlns:a16="http://schemas.microsoft.com/office/drawing/2014/main" id="{15D0A94A-82EC-4CB5-992A-E0E9FA917D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80000"/>
              </a:lnSpc>
            </a:pPr>
            <a:fld id="{8DEFB9EA-27BD-47CC-AFB6-9258CF03C579}" type="slidenum">
              <a:rPr lang="he-IL" altLang="he-IL" sz="1200">
                <a:solidFill>
                  <a:srgbClr val="FFFFFF"/>
                </a:solidFill>
              </a:rPr>
              <a:pPr eaLnBrk="1" hangingPunct="1">
                <a:lnSpc>
                  <a:spcPct val="80000"/>
                </a:lnSpc>
              </a:pPr>
              <a:t>30</a:t>
            </a:fld>
            <a:endParaRPr lang="en-US" altLang="he-IL" sz="1200">
              <a:solidFill>
                <a:srgbClr val="FFFFFF"/>
              </a:solidFill>
            </a:endParaRPr>
          </a:p>
        </p:txBody>
      </p:sp>
      <p:sp>
        <p:nvSpPr>
          <p:cNvPr id="38915" name="Rectangle 2">
            <a:extLst>
              <a:ext uri="{FF2B5EF4-FFF2-40B4-BE49-F238E27FC236}">
                <a16:creationId xmlns:a16="http://schemas.microsoft.com/office/drawing/2014/main" id="{D0F74882-0BEB-4618-BF8E-0EF6FC8BA0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28600"/>
            <a:ext cx="8153400" cy="990600"/>
          </a:xfrm>
        </p:spPr>
        <p:txBody>
          <a:bodyPr/>
          <a:lstStyle/>
          <a:p>
            <a:pPr algn="r" rtl="1" eaLnBrk="1" hangingPunct="1"/>
            <a:r>
              <a:rPr lang="he-IL" altLang="he-IL" sz="4000"/>
              <a:t>פונקציה המחזירה יותר מערך אחד – משתנה </a:t>
            </a:r>
            <a:r>
              <a:rPr lang="en-US" altLang="he-IL" sz="4000"/>
              <a:t>out</a:t>
            </a:r>
          </a:p>
        </p:txBody>
      </p:sp>
      <p:sp>
        <p:nvSpPr>
          <p:cNvPr id="38916" name="Rectangle 3">
            <a:extLst>
              <a:ext uri="{FF2B5EF4-FFF2-40B4-BE49-F238E27FC236}">
                <a16:creationId xmlns:a16="http://schemas.microsoft.com/office/drawing/2014/main" id="{897C3347-5B66-4335-B3AE-2B2DFBDE35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775" y="1600200"/>
            <a:ext cx="8153400" cy="4525963"/>
          </a:xfrm>
        </p:spPr>
        <p:txBody>
          <a:bodyPr/>
          <a:lstStyle/>
          <a:p>
            <a:pPr algn="r" rtl="1" eaLnBrk="1" hangingPunct="1"/>
            <a:r>
              <a:rPr lang="he-IL" altLang="he-IL"/>
              <a:t>עד כה ראינו שפונקציה יכולה להחזיר ערך יחיד</a:t>
            </a:r>
          </a:p>
          <a:p>
            <a:pPr algn="r" rtl="1" eaLnBrk="1" hangingPunct="1"/>
            <a:r>
              <a:rPr lang="he-IL" altLang="he-IL"/>
              <a:t>בעזרת משתנה </a:t>
            </a:r>
            <a:r>
              <a:rPr lang="en-US" altLang="he-IL"/>
              <a:t>ref</a:t>
            </a:r>
            <a:r>
              <a:rPr lang="he-IL" altLang="he-IL"/>
              <a:t> הפונקציה יכולה להחזיר יותר מערך אחד ע"י השמת אחד הערכים המוחזרים במשתנה </a:t>
            </a:r>
            <a:r>
              <a:rPr lang="en-US" altLang="he-IL"/>
              <a:t>ref</a:t>
            </a:r>
            <a:endParaRPr lang="he-IL" altLang="he-IL"/>
          </a:p>
          <a:p>
            <a:pPr algn="r" rtl="1" eaLnBrk="1" hangingPunct="1"/>
            <a:r>
              <a:rPr lang="he-IL" altLang="he-IL"/>
              <a:t>כאשר נרצה שפונקציה תבצע השמה לתוך אחד הפרמטרים כדי להחזיר את ערכו נכתוב לפניו במימוש ובשימוש את המילה </a:t>
            </a:r>
            <a:r>
              <a:rPr lang="en-US" altLang="he-IL"/>
              <a:t>out</a:t>
            </a:r>
          </a:p>
          <a:p>
            <a:pPr algn="r" rtl="1" eaLnBrk="1" hangingPunct="1"/>
            <a:r>
              <a:rPr lang="he-IL" altLang="he-IL"/>
              <a:t>משתנה </a:t>
            </a:r>
            <a:r>
              <a:rPr lang="en-US" altLang="he-IL"/>
              <a:t>out</a:t>
            </a:r>
            <a:r>
              <a:rPr lang="he-IL" altLang="he-IL"/>
              <a:t> הוא כמו משתנה </a:t>
            </a:r>
            <a:r>
              <a:rPr lang="en-US" altLang="he-IL"/>
              <a:t>ref</a:t>
            </a:r>
            <a:r>
              <a:rPr lang="he-IL" altLang="he-IL"/>
              <a:t> פרט לכך שאין חובה לאתחל אותו לפני השימוש</a:t>
            </a:r>
            <a:endParaRPr lang="en-US" altLang="he-IL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 Placeholder 22">
            <a:extLst>
              <a:ext uri="{FF2B5EF4-FFF2-40B4-BE49-F238E27FC236}">
                <a16:creationId xmlns:a16="http://schemas.microsoft.com/office/drawing/2014/main" id="{EEEDAF1E-BD85-4252-ABB6-7DA0B983FC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80000"/>
              </a:lnSpc>
            </a:pPr>
            <a:fld id="{1A68739B-3522-4B7E-ABE2-A228C01DC834}" type="slidenum">
              <a:rPr lang="he-IL" altLang="he-IL" sz="1200">
                <a:solidFill>
                  <a:srgbClr val="FFFFFF"/>
                </a:solidFill>
              </a:rPr>
              <a:pPr eaLnBrk="1" hangingPunct="1">
                <a:lnSpc>
                  <a:spcPct val="80000"/>
                </a:lnSpc>
              </a:pPr>
              <a:t>31</a:t>
            </a:fld>
            <a:endParaRPr lang="en-US" altLang="he-IL" sz="1200">
              <a:solidFill>
                <a:srgbClr val="FFFFFF"/>
              </a:solidFill>
            </a:endParaRPr>
          </a:p>
        </p:txBody>
      </p:sp>
      <p:sp>
        <p:nvSpPr>
          <p:cNvPr id="39939" name="Rectangle 2">
            <a:extLst>
              <a:ext uri="{FF2B5EF4-FFF2-40B4-BE49-F238E27FC236}">
                <a16:creationId xmlns:a16="http://schemas.microsoft.com/office/drawing/2014/main" id="{B6567BC8-53B7-4FAD-9E60-F53967EBBB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28600"/>
            <a:ext cx="8153400" cy="990600"/>
          </a:xfrm>
        </p:spPr>
        <p:txBody>
          <a:bodyPr/>
          <a:lstStyle/>
          <a:p>
            <a:pPr algn="r" rtl="1" eaLnBrk="1" hangingPunct="1"/>
            <a:r>
              <a:rPr lang="he-IL" altLang="he-IL"/>
              <a:t>משתנה </a:t>
            </a:r>
            <a:r>
              <a:rPr lang="en-US" altLang="he-IL"/>
              <a:t>out</a:t>
            </a:r>
            <a:r>
              <a:rPr lang="he-IL" altLang="he-IL"/>
              <a:t> - דוגמא</a:t>
            </a:r>
            <a:endParaRPr lang="en-US" altLang="he-IL"/>
          </a:p>
        </p:txBody>
      </p:sp>
      <p:sp>
        <p:nvSpPr>
          <p:cNvPr id="319491" name="Rectangle 3">
            <a:extLst>
              <a:ext uri="{FF2B5EF4-FFF2-40B4-BE49-F238E27FC236}">
                <a16:creationId xmlns:a16="http://schemas.microsoft.com/office/drawing/2014/main" id="{241F9CE9-32A3-4DE7-865F-A54BCEDAE3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-304800" y="1951038"/>
            <a:ext cx="9220200" cy="4525962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he-IL" altLang="he-IL" sz="1800" dirty="0"/>
              <a:t>        </a:t>
            </a:r>
            <a:r>
              <a:rPr lang="en-US" altLang="he-IL" sz="1800" noProof="1">
                <a:solidFill>
                  <a:schemeClr val="hlink"/>
                </a:solidFill>
              </a:rPr>
              <a:t>public static void</a:t>
            </a:r>
            <a:r>
              <a:rPr lang="en-US" altLang="he-IL" sz="1800" noProof="1"/>
              <a:t> SumAndMult </a:t>
            </a:r>
            <a:r>
              <a:rPr lang="he-IL" altLang="he-IL" sz="1800" dirty="0"/>
              <a:t>)</a:t>
            </a:r>
            <a:r>
              <a:rPr lang="en-US" altLang="he-IL" sz="1800" noProof="1">
                <a:solidFill>
                  <a:schemeClr val="hlink"/>
                </a:solidFill>
              </a:rPr>
              <a:t>int</a:t>
            </a:r>
            <a:r>
              <a:rPr lang="en-US" altLang="he-IL" sz="1800" noProof="1"/>
              <a:t> num1, </a:t>
            </a:r>
            <a:r>
              <a:rPr lang="en-US" altLang="he-IL" sz="1800" noProof="1">
                <a:solidFill>
                  <a:schemeClr val="hlink"/>
                </a:solidFill>
              </a:rPr>
              <a:t>int</a:t>
            </a:r>
            <a:r>
              <a:rPr lang="en-US" altLang="he-IL" sz="1800" noProof="1"/>
              <a:t> num2, </a:t>
            </a:r>
            <a:r>
              <a:rPr lang="en-US" altLang="he-IL" sz="1800" noProof="1">
                <a:solidFill>
                  <a:schemeClr val="hlink"/>
                </a:solidFill>
              </a:rPr>
              <a:t>out int</a:t>
            </a:r>
            <a:r>
              <a:rPr lang="en-US" altLang="he-IL" sz="1800" noProof="1"/>
              <a:t> sum, </a:t>
            </a:r>
            <a:r>
              <a:rPr lang="en-US" altLang="he-IL" sz="1800" noProof="1">
                <a:solidFill>
                  <a:schemeClr val="hlink"/>
                </a:solidFill>
              </a:rPr>
              <a:t>out int</a:t>
            </a:r>
            <a:r>
              <a:rPr lang="en-US" altLang="he-IL" sz="1800" noProof="1"/>
              <a:t> mult)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he-IL" sz="1800" noProof="1"/>
              <a:t>        {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he-IL" sz="1800" noProof="1"/>
              <a:t>            sum = num1 + num2;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he-IL" sz="1800" noProof="1"/>
              <a:t>            mult = num1 * num2;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he-IL" sz="1800" noProof="1"/>
              <a:t>        }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altLang="he-IL" sz="1800" noProof="1"/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he-IL" sz="1800" noProof="1"/>
              <a:t>        </a:t>
            </a:r>
            <a:r>
              <a:rPr lang="en-US" altLang="he-IL" sz="1800" noProof="1">
                <a:solidFill>
                  <a:schemeClr val="hlink"/>
                </a:solidFill>
              </a:rPr>
              <a:t>static void</a:t>
            </a:r>
            <a:r>
              <a:rPr lang="en-US" altLang="he-IL" sz="1800" noProof="1"/>
              <a:t> Main(string[] args)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he-IL" sz="1800" noProof="1"/>
              <a:t>        {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he-IL" sz="1800" noProof="1"/>
              <a:t>            int a=3, b=4, c, d;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he-IL" sz="1800" noProof="1"/>
              <a:t>            SumAndMult(a, b, </a:t>
            </a:r>
            <a:r>
              <a:rPr lang="en-US" altLang="he-IL" sz="1800" noProof="1">
                <a:solidFill>
                  <a:schemeClr val="hlink"/>
                </a:solidFill>
              </a:rPr>
              <a:t>out</a:t>
            </a:r>
            <a:r>
              <a:rPr lang="en-US" altLang="he-IL" sz="1800" noProof="1"/>
              <a:t> c, </a:t>
            </a:r>
            <a:r>
              <a:rPr lang="en-US" altLang="he-IL" sz="1800" noProof="1">
                <a:solidFill>
                  <a:schemeClr val="hlink"/>
                </a:solidFill>
              </a:rPr>
              <a:t>out</a:t>
            </a:r>
            <a:r>
              <a:rPr lang="en-US" altLang="he-IL" sz="1800" noProof="1"/>
              <a:t> d);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he-IL" sz="1800" noProof="1"/>
              <a:t>            Console.WriteLine($"{a}+{b}={c} and {a}*{b}={d}");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he-IL" sz="1800" noProof="1"/>
              <a:t>        }</a:t>
            </a:r>
            <a:endParaRPr lang="en-US" altLang="he-IL" sz="1800" dirty="0"/>
          </a:p>
        </p:txBody>
      </p:sp>
      <p:pic>
        <p:nvPicPr>
          <p:cNvPr id="319492" name="Picture 4">
            <a:extLst>
              <a:ext uri="{FF2B5EF4-FFF2-40B4-BE49-F238E27FC236}">
                <a16:creationId xmlns:a16="http://schemas.microsoft.com/office/drawing/2014/main" id="{3DCC05C8-2AA8-46BE-9FA7-1954DAF14C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5748338"/>
            <a:ext cx="4114800" cy="957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19493" name="Text Box 5">
            <a:extLst>
              <a:ext uri="{FF2B5EF4-FFF2-40B4-BE49-F238E27FC236}">
                <a16:creationId xmlns:a16="http://schemas.microsoft.com/office/drawing/2014/main" id="{F2FEEC13-BDFB-4509-A1F8-9E1F33B66D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" y="4129088"/>
            <a:ext cx="19812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en-US" altLang="he-IL" b="1">
                <a:solidFill>
                  <a:srgbClr val="FF0000"/>
                </a:solidFill>
              </a:rPr>
              <a:t>3      4   ?   ?</a:t>
            </a:r>
          </a:p>
        </p:txBody>
      </p:sp>
      <p:sp>
        <p:nvSpPr>
          <p:cNvPr id="319494" name="Text Box 6">
            <a:extLst>
              <a:ext uri="{FF2B5EF4-FFF2-40B4-BE49-F238E27FC236}">
                <a16:creationId xmlns:a16="http://schemas.microsoft.com/office/drawing/2014/main" id="{90A47B58-6670-4977-B519-4B3911DC83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0" y="1690688"/>
            <a:ext cx="19812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en-US" altLang="he-IL" b="1">
                <a:solidFill>
                  <a:srgbClr val="FF0000"/>
                </a:solidFill>
              </a:rPr>
              <a:t>3             4</a:t>
            </a:r>
          </a:p>
        </p:txBody>
      </p:sp>
      <p:sp>
        <p:nvSpPr>
          <p:cNvPr id="319495" name="Line 7">
            <a:extLst>
              <a:ext uri="{FF2B5EF4-FFF2-40B4-BE49-F238E27FC236}">
                <a16:creationId xmlns:a16="http://schemas.microsoft.com/office/drawing/2014/main" id="{204D3926-E975-4184-9F6E-0EF0CD1F391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981200" y="2209800"/>
            <a:ext cx="4419600" cy="1981200"/>
          </a:xfrm>
          <a:prstGeom prst="line">
            <a:avLst/>
          </a:prstGeom>
          <a:noFill/>
          <a:ln w="28575">
            <a:solidFill>
              <a:schemeClr val="accent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he-IL"/>
          </a:p>
        </p:txBody>
      </p:sp>
      <p:sp>
        <p:nvSpPr>
          <p:cNvPr id="319496" name="Line 8">
            <a:extLst>
              <a:ext uri="{FF2B5EF4-FFF2-40B4-BE49-F238E27FC236}">
                <a16:creationId xmlns:a16="http://schemas.microsoft.com/office/drawing/2014/main" id="{5315C689-1A47-4BEE-BE0B-3CEC88A8841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362200" y="2209800"/>
            <a:ext cx="5181600" cy="2057400"/>
          </a:xfrm>
          <a:prstGeom prst="line">
            <a:avLst/>
          </a:prstGeom>
          <a:noFill/>
          <a:ln w="28575">
            <a:solidFill>
              <a:schemeClr val="accent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he-IL"/>
          </a:p>
        </p:txBody>
      </p:sp>
      <p:sp>
        <p:nvSpPr>
          <p:cNvPr id="319497" name="Text Box 9">
            <a:extLst>
              <a:ext uri="{FF2B5EF4-FFF2-40B4-BE49-F238E27FC236}">
                <a16:creationId xmlns:a16="http://schemas.microsoft.com/office/drawing/2014/main" id="{4A0A0B13-D77A-4FC2-BF60-7766929143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" y="4129088"/>
            <a:ext cx="19812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en-US" altLang="he-IL" b="1">
                <a:solidFill>
                  <a:srgbClr val="FF0000"/>
                </a:solidFill>
              </a:rPr>
              <a:t>3      4   7   ?</a:t>
            </a:r>
          </a:p>
        </p:txBody>
      </p:sp>
      <p:sp>
        <p:nvSpPr>
          <p:cNvPr id="319498" name="Text Box 10">
            <a:extLst>
              <a:ext uri="{FF2B5EF4-FFF2-40B4-BE49-F238E27FC236}">
                <a16:creationId xmlns:a16="http://schemas.microsoft.com/office/drawing/2014/main" id="{9C5835C0-F1BA-4DDB-8876-958F3A22E3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" y="4129088"/>
            <a:ext cx="19812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en-US" altLang="he-IL" b="1">
                <a:solidFill>
                  <a:srgbClr val="FF0000"/>
                </a:solidFill>
              </a:rPr>
              <a:t>3      4   7   12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mph" presetSubtype="1" nodeType="click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set>
                                      <p:cBhvr override="childStyle">
                                        <p:cTn id="6" dur="indefinite"/>
                                        <p:tgtEl>
                                          <p:spTgt spid="3194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style.fontStyle</p:attrName>
                                        </p:attrNameLst>
                                      </p:cBhvr>
                                      <p:to>
                                        <p:strVal val="normal"/>
                                      </p:to>
                                    </p:set>
                                    <p:set>
                                      <p:cBhvr override="childStyle">
                                        <p:cTn id="7" dur="indefinite"/>
                                        <p:tgtEl>
                                          <p:spTgt spid="3194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  <p:set>
                                      <p:cBhvr override="childStyle">
                                        <p:cTn id="8" dur="indefinite"/>
                                        <p:tgtEl>
                                          <p:spTgt spid="3194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fals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5" presetClass="emph" presetSubtype="1" nodeType="click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set>
                                      <p:cBhvr override="childStyle">
                                        <p:cTn id="12" dur="indefinite"/>
                                        <p:tgtEl>
                                          <p:spTgt spid="31949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style.fontStyle</p:attrName>
                                        </p:attrNameLst>
                                      </p:cBhvr>
                                      <p:to>
                                        <p:strVal val="normal"/>
                                      </p:to>
                                    </p:set>
                                    <p:set>
                                      <p:cBhvr override="childStyle">
                                        <p:cTn id="13" dur="indefinite"/>
                                        <p:tgtEl>
                                          <p:spTgt spid="31949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  <p:set>
                                      <p:cBhvr override="childStyle">
                                        <p:cTn id="14" dur="indefinite"/>
                                        <p:tgtEl>
                                          <p:spTgt spid="31949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fals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4" presetClass="entr" presetSubtype="16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3194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mph" presetSubtype="1" nodeType="click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set>
                                      <p:cBhvr override="childStyle">
                                        <p:cTn id="21" dur="indefinite"/>
                                        <p:tgtEl>
                                          <p:spTgt spid="31949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style.fontStyle</p:attrName>
                                        </p:attrNameLst>
                                      </p:cBhvr>
                                      <p:to>
                                        <p:strVal val="normal"/>
                                      </p:to>
                                    </p:set>
                                    <p:set>
                                      <p:cBhvr override="childStyle">
                                        <p:cTn id="22" dur="indefinite"/>
                                        <p:tgtEl>
                                          <p:spTgt spid="31949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  <p:set>
                                      <p:cBhvr override="childStyle">
                                        <p:cTn id="23" dur="indefinite"/>
                                        <p:tgtEl>
                                          <p:spTgt spid="31949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fals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5" presetClass="emph" presetSubtype="1" nodeType="click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set>
                                      <p:cBhvr override="childStyle">
                                        <p:cTn id="27" dur="indefinite"/>
                                        <p:tgtEl>
                                          <p:spTgt spid="3194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style.fontStyle</p:attrName>
                                        </p:attrNameLst>
                                      </p:cBhvr>
                                      <p:to>
                                        <p:strVal val="normal"/>
                                      </p:to>
                                    </p:set>
                                    <p:set>
                                      <p:cBhvr override="childStyle">
                                        <p:cTn id="28" dur="indefinite"/>
                                        <p:tgtEl>
                                          <p:spTgt spid="3194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  <p:set>
                                      <p:cBhvr override="childStyle">
                                        <p:cTn id="29" dur="indefinite"/>
                                        <p:tgtEl>
                                          <p:spTgt spid="3194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fals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4" presetClass="entr" presetSubtype="16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3194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5" dur="500"/>
                                        <p:tgtEl>
                                          <p:spTgt spid="3194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8" dur="500"/>
                                        <p:tgtEl>
                                          <p:spTgt spid="3194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5" presetClass="emph" presetSubtype="1" nodeType="click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set>
                                      <p:cBhvr override="childStyle">
                                        <p:cTn id="42" dur="indefinite"/>
                                        <p:tgtEl>
                                          <p:spTgt spid="3194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style.fontStyle</p:attrName>
                                        </p:attrNameLst>
                                      </p:cBhvr>
                                      <p:to>
                                        <p:strVal val="normal"/>
                                      </p:to>
                                    </p:set>
                                    <p:set>
                                      <p:cBhvr override="childStyle">
                                        <p:cTn id="43" dur="indefinite"/>
                                        <p:tgtEl>
                                          <p:spTgt spid="3194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  <p:set>
                                      <p:cBhvr override="childStyle">
                                        <p:cTn id="44" dur="indefinite"/>
                                        <p:tgtEl>
                                          <p:spTgt spid="3194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fals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4" presetClass="exit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46" dur="500"/>
                                        <p:tgtEl>
                                          <p:spTgt spid="31949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9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194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3194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5" presetClass="emph" presetSubtype="1" nodeType="click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set>
                                      <p:cBhvr override="childStyle">
                                        <p:cTn id="55" dur="indefinite"/>
                                        <p:tgtEl>
                                          <p:spTgt spid="3194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style.fontStyle</p:attrName>
                                        </p:attrNameLst>
                                      </p:cBhvr>
                                      <p:to>
                                        <p:strVal val="normal"/>
                                      </p:to>
                                    </p:set>
                                    <p:set>
                                      <p:cBhvr override="childStyle">
                                        <p:cTn id="56" dur="indefinite"/>
                                        <p:tgtEl>
                                          <p:spTgt spid="3194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  <p:set>
                                      <p:cBhvr override="childStyle">
                                        <p:cTn id="57" dur="indefinite"/>
                                        <p:tgtEl>
                                          <p:spTgt spid="3194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fals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4" presetClass="exit" presetSubtype="16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59" dur="500"/>
                                        <p:tgtEl>
                                          <p:spTgt spid="31949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9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3194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3194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5" presetClass="emph" presetSubtype="1" nodeType="click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set>
                                      <p:cBhvr override="childStyle">
                                        <p:cTn id="68" dur="indefinite"/>
                                        <p:tgtEl>
                                          <p:spTgt spid="3194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style.fontStyle</p:attrName>
                                        </p:attrNameLst>
                                      </p:cBhvr>
                                      <p:to>
                                        <p:strVal val="normal"/>
                                      </p:to>
                                    </p:set>
                                    <p:set>
                                      <p:cBhvr override="childStyle">
                                        <p:cTn id="69" dur="indefinite"/>
                                        <p:tgtEl>
                                          <p:spTgt spid="3194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  <p:set>
                                      <p:cBhvr override="childStyle">
                                        <p:cTn id="70" dur="indefinite"/>
                                        <p:tgtEl>
                                          <p:spTgt spid="3194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fals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4" presetClass="exit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72" dur="500"/>
                                        <p:tgtEl>
                                          <p:spTgt spid="31949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9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4" presetClass="exit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75" dur="500"/>
                                        <p:tgtEl>
                                          <p:spTgt spid="31949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9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4" presetClass="exit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78" dur="500"/>
                                        <p:tgtEl>
                                          <p:spTgt spid="31949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9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 nodeType="clickPar">
                      <p:stCondLst>
                        <p:cond delay="indefinite"/>
                      </p:stCondLst>
                      <p:childTnLst>
                        <p:par>
                          <p:cTn id="8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2" presetID="5" presetClass="emph" presetSubtype="1" nodeType="click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set>
                                      <p:cBhvr override="childStyle">
                                        <p:cTn id="83" dur="indefinite"/>
                                        <p:tgtEl>
                                          <p:spTgt spid="31949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style.fontStyle</p:attrName>
                                        </p:attrNameLst>
                                      </p:cBhvr>
                                      <p:to>
                                        <p:strVal val="normal"/>
                                      </p:to>
                                    </p:set>
                                    <p:set>
                                      <p:cBhvr override="childStyle">
                                        <p:cTn id="84" dur="indefinite"/>
                                        <p:tgtEl>
                                          <p:spTgt spid="31949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  <p:set>
                                      <p:cBhvr override="childStyle">
                                        <p:cTn id="85" dur="indefinite"/>
                                        <p:tgtEl>
                                          <p:spTgt spid="31949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fals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6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88" dur="500"/>
                                        <p:tgtEl>
                                          <p:spTgt spid="3194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 nodeType="clickPar">
                      <p:stCondLst>
                        <p:cond delay="indefinite"/>
                      </p:stCondLst>
                      <p:childTnLst>
                        <p:par>
                          <p:cTn id="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1" presetID="5" presetClass="emph" presetSubtype="1" nodeType="click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set>
                                      <p:cBhvr override="childStyle">
                                        <p:cTn id="92" dur="indefinite"/>
                                        <p:tgtEl>
                                          <p:spTgt spid="31949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style.fontStyle</p:attrName>
                                        </p:attrNameLst>
                                      </p:cBhvr>
                                      <p:to>
                                        <p:strVal val="normal"/>
                                      </p:to>
                                    </p:set>
                                    <p:set>
                                      <p:cBhvr override="childStyle">
                                        <p:cTn id="93" dur="indefinite"/>
                                        <p:tgtEl>
                                          <p:spTgt spid="31949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  <p:set>
                                      <p:cBhvr override="childStyle">
                                        <p:cTn id="94" dur="indefinite"/>
                                        <p:tgtEl>
                                          <p:spTgt spid="31949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fals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4" presetClass="exit" presetSubtype="16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96" dur="500"/>
                                        <p:tgtEl>
                                          <p:spTgt spid="31949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9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9493" grpId="0"/>
      <p:bldP spid="319493" grpId="1"/>
      <p:bldP spid="319494" grpId="0"/>
      <p:bldP spid="319494" grpId="1"/>
      <p:bldP spid="319497" grpId="0"/>
      <p:bldP spid="319497" grpId="1"/>
      <p:bldP spid="319498" grpId="0"/>
      <p:bldP spid="319498" grpId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>
            <a:extLst>
              <a:ext uri="{FF2B5EF4-FFF2-40B4-BE49-F238E27FC236}">
                <a16:creationId xmlns:a16="http://schemas.microsoft.com/office/drawing/2014/main" id="{A71F6E4D-A69B-4EC3-BEA0-D6854AFC68C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12775" y="228600"/>
            <a:ext cx="8153400" cy="990600"/>
          </a:xfrm>
        </p:spPr>
        <p:txBody>
          <a:bodyPr/>
          <a:lstStyle/>
          <a:p>
            <a:pPr algn="r" eaLnBrk="1" hangingPunct="1"/>
            <a:r>
              <a:rPr lang="he-IL" altLang="he-IL"/>
              <a:t>פונקציות – סיכום למוטיבציה</a:t>
            </a:r>
            <a:endParaRPr lang="en-US" altLang="he-IL"/>
          </a:p>
        </p:txBody>
      </p:sp>
      <p:sp>
        <p:nvSpPr>
          <p:cNvPr id="40963" name="Rectangle 3">
            <a:extLst>
              <a:ext uri="{FF2B5EF4-FFF2-40B4-BE49-F238E27FC236}">
                <a16:creationId xmlns:a16="http://schemas.microsoft.com/office/drawing/2014/main" id="{25BAA883-10A0-4860-9D9A-B5944CE44CF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04800" y="1600200"/>
            <a:ext cx="8461375" cy="4495800"/>
          </a:xfrm>
        </p:spPr>
        <p:txBody>
          <a:bodyPr/>
          <a:lstStyle/>
          <a:p>
            <a:pPr algn="r" rtl="1" eaLnBrk="1" hangingPunct="1"/>
            <a:r>
              <a:rPr lang="he-IL" altLang="he-IL" sz="3200" b="1"/>
              <a:t>מודולריות</a:t>
            </a:r>
            <a:r>
              <a:rPr lang="he-IL" altLang="he-IL" sz="3200"/>
              <a:t>: חלוקת התוכנית לקטעי קוד יותר קטנים, כאשר כל קטע עושה משהו נקודתי </a:t>
            </a:r>
          </a:p>
          <a:p>
            <a:pPr lvl="1" algn="r" rtl="1" eaLnBrk="1" hangingPunct="1"/>
            <a:r>
              <a:rPr lang="he-IL" altLang="he-IL" sz="2800" b="1"/>
              <a:t>יתרונות</a:t>
            </a:r>
            <a:r>
              <a:rPr lang="he-IL" altLang="he-IL" sz="2800"/>
              <a:t>: </a:t>
            </a:r>
          </a:p>
          <a:p>
            <a:pPr lvl="2" algn="r" rtl="1" eaLnBrk="1" hangingPunct="1"/>
            <a:r>
              <a:rPr lang="he-IL" altLang="he-IL" sz="2400"/>
              <a:t>קוד קריא יותר</a:t>
            </a:r>
          </a:p>
          <a:p>
            <a:pPr lvl="2" algn="r" rtl="1" eaLnBrk="1" hangingPunct="1"/>
            <a:r>
              <a:rPr lang="he-IL" altLang="he-IL" sz="2400"/>
              <a:t>יותר קל לבדוק את התוכנית</a:t>
            </a:r>
          </a:p>
          <a:p>
            <a:pPr lvl="2" algn="r" rtl="1" eaLnBrk="1" hangingPunct="1"/>
            <a:r>
              <a:rPr lang="he-IL" altLang="he-IL" sz="2400"/>
              <a:t>חלוקת עבודה</a:t>
            </a:r>
          </a:p>
          <a:p>
            <a:pPr lvl="2" algn="r" rtl="1" eaLnBrk="1" hangingPunct="1"/>
            <a:r>
              <a:rPr lang="he-IL" altLang="he-IL" sz="2400"/>
              <a:t>שימוש חוזר בקוד</a:t>
            </a:r>
          </a:p>
          <a:p>
            <a:pPr lvl="3" algn="r" rtl="1" eaLnBrk="1" hangingPunct="1"/>
            <a:r>
              <a:rPr lang="he-IL" altLang="he-IL" sz="2400"/>
              <a:t>חיסכון בבדיקות</a:t>
            </a:r>
          </a:p>
          <a:p>
            <a:pPr lvl="3" algn="r" rtl="1" eaLnBrk="1" hangingPunct="1"/>
            <a:r>
              <a:rPr lang="he-IL" altLang="he-IL" sz="2400"/>
              <a:t>פחות שגיאות</a:t>
            </a:r>
          </a:p>
          <a:p>
            <a:pPr algn="r" rtl="1" eaLnBrk="1" hangingPunct="1"/>
            <a:endParaRPr lang="he-IL" altLang="he-IL" sz="3200"/>
          </a:p>
          <a:p>
            <a:pPr algn="r" rtl="1" eaLnBrk="1" hangingPunct="1"/>
            <a:endParaRPr lang="en-US" altLang="he-IL" sz="3200"/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BAAF26CF-FEC1-4CC3-87AF-A7695D7A1B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80000"/>
              </a:lnSpc>
            </a:pPr>
            <a:fld id="{B2019405-2F2C-4F03-BDEE-E270EFBD4ED1}" type="slidenum">
              <a:rPr lang="he-IL" altLang="he-IL" sz="1200">
                <a:solidFill>
                  <a:srgbClr val="FFFFFF"/>
                </a:solidFill>
              </a:rPr>
              <a:pPr eaLnBrk="1" hangingPunct="1">
                <a:lnSpc>
                  <a:spcPct val="80000"/>
                </a:lnSpc>
              </a:pPr>
              <a:t>32</a:t>
            </a:fld>
            <a:endParaRPr lang="en-US" altLang="he-IL" sz="12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>
            <a:extLst>
              <a:ext uri="{FF2B5EF4-FFF2-40B4-BE49-F238E27FC236}">
                <a16:creationId xmlns:a16="http://schemas.microsoft.com/office/drawing/2014/main" id="{8EE1255F-2CC0-4C18-B78B-ADAC19CA1F7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12775" y="228600"/>
            <a:ext cx="8153400" cy="990600"/>
          </a:xfrm>
        </p:spPr>
        <p:txBody>
          <a:bodyPr/>
          <a:lstStyle/>
          <a:p>
            <a:pPr algn="r" eaLnBrk="1" hangingPunct="1"/>
            <a:r>
              <a:rPr lang="he-IL" altLang="he-IL"/>
              <a:t>בחירת שם לפונקציה</a:t>
            </a:r>
            <a:endParaRPr lang="en-US" altLang="he-IL"/>
          </a:p>
        </p:txBody>
      </p:sp>
      <p:sp>
        <p:nvSpPr>
          <p:cNvPr id="41987" name="Rectangle 3">
            <a:extLst>
              <a:ext uri="{FF2B5EF4-FFF2-40B4-BE49-F238E27FC236}">
                <a16:creationId xmlns:a16="http://schemas.microsoft.com/office/drawing/2014/main" id="{66CC76C7-F78D-4EEE-A38A-110C7CB2AF8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12775" y="1600200"/>
            <a:ext cx="8153400" cy="4495800"/>
          </a:xfrm>
        </p:spPr>
        <p:txBody>
          <a:bodyPr/>
          <a:lstStyle/>
          <a:p>
            <a:pPr algn="r" rtl="1" eaLnBrk="1" hangingPunct="1"/>
            <a:r>
              <a:rPr lang="he-IL" altLang="he-IL" dirty="0"/>
              <a:t>שם הפונקציה צריך להעיד מה היא עושה</a:t>
            </a:r>
          </a:p>
          <a:p>
            <a:pPr lvl="1" algn="r" rtl="1" eaLnBrk="1" hangingPunct="1"/>
            <a:r>
              <a:rPr lang="he-IL" altLang="he-IL" dirty="0"/>
              <a:t>למשל: </a:t>
            </a:r>
            <a:r>
              <a:rPr lang="en-US" altLang="he-IL" dirty="0"/>
              <a:t>Power, </a:t>
            </a:r>
            <a:r>
              <a:rPr lang="en-US" altLang="he-IL" dirty="0" err="1"/>
              <a:t>Console.Write</a:t>
            </a:r>
            <a:endParaRPr lang="he-IL" altLang="he-IL" dirty="0"/>
          </a:p>
          <a:p>
            <a:pPr algn="r" rtl="1" eaLnBrk="1" hangingPunct="1"/>
            <a:r>
              <a:rPr lang="he-IL" altLang="he-IL" dirty="0"/>
              <a:t>מבחינת סגנון כתיבה, ההמלצה היא:</a:t>
            </a:r>
          </a:p>
          <a:p>
            <a:pPr lvl="1" algn="r" rtl="1" eaLnBrk="1" hangingPunct="1"/>
            <a:r>
              <a:rPr lang="he-IL" altLang="he-IL" dirty="0"/>
              <a:t>שם הפונקציה יתחיל באות גדולה</a:t>
            </a:r>
          </a:p>
          <a:p>
            <a:pPr lvl="1" algn="r" rtl="1" eaLnBrk="1" hangingPunct="1"/>
            <a:r>
              <a:rPr lang="he-IL" altLang="he-IL" dirty="0"/>
              <a:t>אם יש יותר ממילה אחת בשם הפונקציה כל מילה תתחיל באות גדולה</a:t>
            </a:r>
          </a:p>
          <a:p>
            <a:pPr lvl="2" algn="r" rtl="1" eaLnBrk="1" hangingPunct="1"/>
            <a:r>
              <a:rPr lang="he-IL" altLang="he-IL" dirty="0"/>
              <a:t>למשל:</a:t>
            </a:r>
          </a:p>
          <a:p>
            <a:pPr lvl="3" algn="r" rtl="1" eaLnBrk="1" hangingPunct="1"/>
            <a:r>
              <a:rPr lang="en-US" altLang="he-IL" dirty="0" err="1"/>
              <a:t>CalcRectangleArea</a:t>
            </a:r>
            <a:endParaRPr lang="en-US" altLang="he-IL" dirty="0"/>
          </a:p>
          <a:p>
            <a:pPr lvl="1" algn="r" rtl="1" eaLnBrk="1" hangingPunct="1"/>
            <a:r>
              <a:rPr lang="he-IL" altLang="he-IL" dirty="0"/>
              <a:t>ניתן לאמץ סגנון אחר, אבל הקפידו להיות </a:t>
            </a:r>
            <a:r>
              <a:rPr lang="he-IL" altLang="he-IL" dirty="0" err="1"/>
              <a:t>קונסיסטנטים</a:t>
            </a:r>
            <a:r>
              <a:rPr lang="he-IL" altLang="he-IL" dirty="0"/>
              <a:t> בסגנון לאורך כל התוכנית. כנ"ל גם לגבי שמות משתנים.</a:t>
            </a:r>
            <a:endParaRPr lang="en-US" altLang="he-IL" dirty="0"/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828ED5DE-5747-4337-A240-9CE07E317B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80000"/>
              </a:lnSpc>
            </a:pPr>
            <a:fld id="{391C43F8-D1BF-425F-9B4A-B06754B27635}" type="slidenum">
              <a:rPr lang="he-IL" altLang="he-IL" sz="1200">
                <a:solidFill>
                  <a:srgbClr val="FFFFFF"/>
                </a:solidFill>
              </a:rPr>
              <a:pPr eaLnBrk="1" hangingPunct="1">
                <a:lnSpc>
                  <a:spcPct val="80000"/>
                </a:lnSpc>
              </a:pPr>
              <a:t>33</a:t>
            </a:fld>
            <a:endParaRPr lang="en-US" altLang="he-IL" sz="12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1468E3-BCA3-4358-9C55-5BA33844FF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80000"/>
              </a:lnSpc>
            </a:pPr>
            <a:fld id="{6AFCAC06-2EA1-4B24-B383-CDB47AFF6B0B}" type="slidenum">
              <a:rPr lang="he-IL" altLang="he-IL" sz="1200">
                <a:solidFill>
                  <a:srgbClr val="FFFFFF"/>
                </a:solidFill>
              </a:rPr>
              <a:pPr eaLnBrk="1" hangingPunct="1">
                <a:lnSpc>
                  <a:spcPct val="80000"/>
                </a:lnSpc>
              </a:pPr>
              <a:t>34</a:t>
            </a:fld>
            <a:endParaRPr lang="en-US" altLang="he-IL" sz="1200">
              <a:solidFill>
                <a:srgbClr val="FFFFFF"/>
              </a:solidFill>
            </a:endParaRPr>
          </a:p>
        </p:txBody>
      </p:sp>
      <p:sp>
        <p:nvSpPr>
          <p:cNvPr id="43011" name="Rectangle 2">
            <a:extLst>
              <a:ext uri="{FF2B5EF4-FFF2-40B4-BE49-F238E27FC236}">
                <a16:creationId xmlns:a16="http://schemas.microsoft.com/office/drawing/2014/main" id="{9E13C072-42F3-41DF-AFC4-BA20292836DA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 anchor="b"/>
          <a:lstStyle/>
          <a:p>
            <a:pPr algn="r" eaLnBrk="1" hangingPunct="1"/>
            <a:r>
              <a:rPr lang="he-IL" altLang="he-IL"/>
              <a:t>ביחידה זו למדנו:</a:t>
            </a:r>
            <a:endParaRPr lang="en-US" altLang="he-IL"/>
          </a:p>
        </p:txBody>
      </p:sp>
      <p:sp>
        <p:nvSpPr>
          <p:cNvPr id="43012" name="Rectangle 3">
            <a:extLst>
              <a:ext uri="{FF2B5EF4-FFF2-40B4-BE49-F238E27FC236}">
                <a16:creationId xmlns:a16="http://schemas.microsoft.com/office/drawing/2014/main" id="{2DBE449D-6ADB-4895-B262-0033707CB89C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algn="r" rtl="1" eaLnBrk="1" hangingPunct="1"/>
            <a:endParaRPr lang="he-IL" altLang="he-IL"/>
          </a:p>
          <a:p>
            <a:pPr algn="r" rtl="1" eaLnBrk="1" hangingPunct="1"/>
            <a:r>
              <a:rPr lang="he-IL" altLang="he-IL"/>
              <a:t>מהי פונקציה</a:t>
            </a:r>
          </a:p>
          <a:p>
            <a:pPr lvl="1" algn="r" rtl="1" eaLnBrk="1" hangingPunct="1"/>
            <a:r>
              <a:rPr lang="he-IL" altLang="he-IL"/>
              <a:t>כיצד משתמשים בפונקציה</a:t>
            </a:r>
          </a:p>
          <a:p>
            <a:pPr lvl="1" algn="r" rtl="1" eaLnBrk="1" hangingPunct="1"/>
            <a:r>
              <a:rPr lang="he-IL" altLang="he-IL"/>
              <a:t>כיצד כותבים פונקציה</a:t>
            </a:r>
          </a:p>
          <a:p>
            <a:pPr algn="r" rtl="1" eaLnBrk="1" hangingPunct="1"/>
            <a:r>
              <a:rPr lang="he-IL" altLang="he-IL"/>
              <a:t>צורות העברת פרמטרים לפונקציות:	</a:t>
            </a:r>
          </a:p>
          <a:p>
            <a:pPr lvl="1" algn="r" rtl="1" eaLnBrk="1" hangingPunct="1"/>
            <a:r>
              <a:rPr lang="en-US" altLang="he-IL"/>
              <a:t> by value</a:t>
            </a:r>
          </a:p>
          <a:p>
            <a:pPr lvl="1" algn="r" rtl="1" eaLnBrk="1" hangingPunct="1"/>
            <a:r>
              <a:rPr lang="en-US" altLang="he-IL"/>
              <a:t>by reference</a:t>
            </a:r>
            <a:endParaRPr lang="he-IL" altLang="he-IL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dian">
  <a:themeElements>
    <a:clrScheme name="זרם מדחף">
      <a:dk1>
        <a:sysClr val="windowText" lastClr="000000"/>
      </a:dk1>
      <a:lt1>
        <a:sysClr val="window" lastClr="FFFFFF"/>
      </a:lt1>
      <a:dk2>
        <a:srgbClr val="212745"/>
      </a:dk2>
      <a:lt2>
        <a:srgbClr val="B4DCFA"/>
      </a:lt2>
      <a:accent1>
        <a:srgbClr val="4E67C8"/>
      </a:accent1>
      <a:accent2>
        <a:srgbClr val="5ECCF3"/>
      </a:accent2>
      <a:accent3>
        <a:srgbClr val="A7EA52"/>
      </a:accent3>
      <a:accent4>
        <a:srgbClr val="5DCEAF"/>
      </a:accent4>
      <a:accent5>
        <a:srgbClr val="FF8021"/>
      </a:accent5>
      <a:accent6>
        <a:srgbClr val="F14124"/>
      </a:accent6>
      <a:hlink>
        <a:srgbClr val="56C7AA"/>
      </a:hlink>
      <a:folHlink>
        <a:srgbClr val="59A8D1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Median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  <a:blipFill>
          <a:blip xmlns:r="http://schemas.openxmlformats.org/officeDocument/2006/relationships" r:embed="rId2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Median</Template>
  <TotalTime>16364</TotalTime>
  <Words>4130</Words>
  <Application>Microsoft Office PowerPoint</Application>
  <PresentationFormat>‫הצגה על המסך (4:3)</PresentationFormat>
  <Paragraphs>761</Paragraphs>
  <Slides>34</Slides>
  <Notes>0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6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34</vt:i4>
      </vt:variant>
    </vt:vector>
  </HeadingPairs>
  <TitlesOfParts>
    <vt:vector size="41" baseType="lpstr">
      <vt:lpstr>Arial</vt:lpstr>
      <vt:lpstr>Calibri</vt:lpstr>
      <vt:lpstr>Consolas</vt:lpstr>
      <vt:lpstr>Verdana</vt:lpstr>
      <vt:lpstr>Wingdings</vt:lpstr>
      <vt:lpstr>Wingdings 2</vt:lpstr>
      <vt:lpstr>Median</vt:lpstr>
      <vt:lpstr>C# - 06  פונקציות והעברת פרמטרים by val ו- by ref </vt:lpstr>
      <vt:lpstr>ביחידה זו נלמד:</vt:lpstr>
      <vt:lpstr>דוגמא לשכפול קוד: חישוב חזקה</vt:lpstr>
      <vt:lpstr>מהי פונקציה</vt:lpstr>
      <vt:lpstr>הדוגמא ללא שכפול קוד, קריאות טובה ומודולריות</vt:lpstr>
      <vt:lpstr>החלקים בשילוב פונקציה שלנו בקוד</vt:lpstr>
      <vt:lpstr>הצהרת פונקציה - תחביר</vt:lpstr>
      <vt:lpstr>איך כותבים הצהרה של פונקציה</vt:lpstr>
      <vt:lpstr>הצהרת פונקציה - הערך המוחזר (1)</vt:lpstr>
      <vt:lpstr>הצהרת פונקציה - הערך המוחזר (2)</vt:lpstr>
      <vt:lpstr>הצהרת פונקציה – הפרמטרים המועברים</vt:lpstr>
      <vt:lpstr>מימוש פונקציה</vt:lpstr>
      <vt:lpstr>הפקודה return</vt:lpstr>
      <vt:lpstr>תוכנית שלמה עם פונקציה</vt:lpstr>
      <vt:lpstr>דוגמא: תוכנית שלמה עם הפונקציה max</vt:lpstr>
      <vt:lpstr>ואפשר גם כך..</vt:lpstr>
      <vt:lpstr>מחסנית הקריאות</vt:lpstr>
      <vt:lpstr>תוכנית שלמה עם פונקציה - הרצה</vt:lpstr>
      <vt:lpstr>כיצד נראה הזיכרון</vt:lpstr>
      <vt:lpstr>תוכנית שלמה עם פונקציה - הזיכרון</vt:lpstr>
      <vt:lpstr>תכנון TOP-DOWN</vt:lpstr>
      <vt:lpstr>תכנות TOP-DOWN  דוגמא: ציור משולש</vt:lpstr>
      <vt:lpstr>אבל, סטודנטים לעיתים נוטים לקצר כך:</vt:lpstr>
      <vt:lpstr>דוגמא איך זה לא צריך להיות</vt:lpstr>
      <vt:lpstr>העברת פרמטרים by value</vt:lpstr>
      <vt:lpstr>העברת פרמטרים by value - דוגמא</vt:lpstr>
      <vt:lpstr>העברת פרמטרים by value – הדוגמא  swap (החלפת ערכי 2 משתנים)</vt:lpstr>
      <vt:lpstr>העברת פרמטרים by reference</vt:lpstr>
      <vt:lpstr>העברת פרמטרים by reference – הדוגמא  swap (החלפת ערכי 2 משתנים)</vt:lpstr>
      <vt:lpstr>פונקציה המחזירה יותר מערך אחד – משתנה out</vt:lpstr>
      <vt:lpstr>משתנה out - דוגמא</vt:lpstr>
      <vt:lpstr>פונקציות – סיכום למוטיבציה</vt:lpstr>
      <vt:lpstr>בחירת שם לפונקציה</vt:lpstr>
      <vt:lpstr>ביחידה זו למדנו:</vt:lpstr>
    </vt:vector>
  </TitlesOfParts>
  <Company>Keren Kalif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06- functions and parameters by val and by ref</dc:title>
  <dc:creator>Keren Kalif</dc:creator>
  <cp:lastModifiedBy>d00</cp:lastModifiedBy>
  <cp:revision>187</cp:revision>
  <dcterms:created xsi:type="dcterms:W3CDTF">2008-09-23T13:40:33Z</dcterms:created>
  <dcterms:modified xsi:type="dcterms:W3CDTF">2023-01-16T09:16:47Z</dcterms:modified>
</cp:coreProperties>
</file>